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7" r:id="rId5"/>
    <p:sldId id="2147472664" r:id="rId6"/>
    <p:sldId id="2147472701" r:id="rId7"/>
    <p:sldId id="2147472702" r:id="rId8"/>
    <p:sldId id="2147472690" r:id="rId9"/>
    <p:sldId id="2147472694" r:id="rId10"/>
    <p:sldId id="2147472704" r:id="rId11"/>
    <p:sldId id="2147472697" r:id="rId12"/>
    <p:sldId id="2147472703" r:id="rId13"/>
    <p:sldId id="2147472698" r:id="rId14"/>
    <p:sldId id="2147472700" r:id="rId15"/>
    <p:sldId id="2147472681" r:id="rId16"/>
    <p:sldId id="2147472693" r:id="rId1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DFFD344-E67F-F698-D400-E7136F9BBF22}" name="Francesco Scudieri" initials="" userId="S::francesco.scudieri@ikigroup.com::58165387-e55e-4f1e-9db6-e02e58088951" providerId="AD"/>
  <p188:author id="{0B7D227E-0FFE-A0F1-B59E-0972F034C09E}" name="Ana Fernandez" initials="AF" userId="S::ana.fernandez@ikigroup.com::59103383-a359-48e3-8f1e-508642e4d70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9567"/>
    <a:srgbClr val="B2B2B2"/>
    <a:srgbClr val="EBEBD9"/>
    <a:srgbClr val="E3D7C5"/>
    <a:srgbClr val="D9C9B1"/>
    <a:srgbClr val="E5DAC9"/>
    <a:srgbClr val="000000"/>
    <a:srgbClr val="262626"/>
    <a:srgbClr val="F2F2F2"/>
    <a:srgbClr val="D9F2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9D6478-F003-4D74-9A81-35DFF1BA46D8}" v="236" dt="2026-07-02T05:55:44.323"/>
    <p1510:client id="{B9FCC987-4D4D-725F-DCFE-C7E34E0E8CB9}" v="14" dt="2026-07-01T13:04:51.2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microsoft.com/office/2016/11/relationships/changesInfo" Target="changesInfos/changesInfo1.xml"/><Relationship Id="rId25" Type="http://schemas.microsoft.com/office/2015/10/relationships/revisionInfo" Target="revisionInfo.xml"/><Relationship Id="rId26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esco Scudieri" userId="S::francesco.scudieri@ikigroup.com::58165387-e55e-4f1e-9db6-e02e58088951" providerId="AD" clId="Web-{B9FCC987-4D4D-725F-DCFE-C7E34E0E8CB9}"/>
    <pc:docChg chg="modSld">
      <pc:chgData name="Francesco Scudieri" userId="S::francesco.scudieri@ikigroup.com::58165387-e55e-4f1e-9db6-e02e58088951" providerId="AD" clId="Web-{B9FCC987-4D4D-725F-DCFE-C7E34E0E8CB9}" dt="2026-07-01T13:04:51.261" v="7"/>
      <pc:docMkLst>
        <pc:docMk/>
      </pc:docMkLst>
      <pc:sldChg chg="modSp">
        <pc:chgData name="Francesco Scudieri" userId="S::francesco.scudieri@ikigroup.com::58165387-e55e-4f1e-9db6-e02e58088951" providerId="AD" clId="Web-{B9FCC987-4D4D-725F-DCFE-C7E34E0E8CB9}" dt="2026-07-01T07:22:10.425" v="3" actId="20577"/>
        <pc:sldMkLst>
          <pc:docMk/>
          <pc:sldMk cId="817827201" sldId="257"/>
        </pc:sldMkLst>
        <pc:spChg chg="mod">
          <ac:chgData name="Francesco Scudieri" userId="S::francesco.scudieri@ikigroup.com::58165387-e55e-4f1e-9db6-e02e58088951" providerId="AD" clId="Web-{B9FCC987-4D4D-725F-DCFE-C7E34E0E8CB9}" dt="2026-07-01T07:22:10.425" v="3" actId="20577"/>
          <ac:spMkLst>
            <pc:docMk/>
            <pc:sldMk cId="817827201" sldId="257"/>
            <ac:spMk id="9" creationId="{5AE68509-6E45-A431-EB1D-C4F266DEBC64}"/>
          </ac:spMkLst>
        </pc:spChg>
      </pc:sldChg>
      <pc:sldChg chg="modSp">
        <pc:chgData name="Francesco Scudieri" userId="S::francesco.scudieri@ikigroup.com::58165387-e55e-4f1e-9db6-e02e58088951" providerId="AD" clId="Web-{B9FCC987-4D4D-725F-DCFE-C7E34E0E8CB9}" dt="2026-07-01T13:04:51.261" v="7"/>
        <pc:sldMkLst>
          <pc:docMk/>
          <pc:sldMk cId="1688439877" sldId="2147472697"/>
        </pc:sldMkLst>
        <pc:graphicFrameChg chg="mod modGraphic">
          <ac:chgData name="Francesco Scudieri" userId="S::francesco.scudieri@ikigroup.com::58165387-e55e-4f1e-9db6-e02e58088951" providerId="AD" clId="Web-{B9FCC987-4D4D-725F-DCFE-C7E34E0E8CB9}" dt="2026-07-01T13:04:51.261" v="7"/>
          <ac:graphicFrameMkLst>
            <pc:docMk/>
            <pc:sldMk cId="1688439877" sldId="2147472697"/>
            <ac:graphicFrameMk id="4" creationId="{43E320E1-4AE5-760A-B37F-17628076E83B}"/>
          </ac:graphicFrameMkLst>
        </pc:graphicFrameChg>
      </pc:sldChg>
    </pc:docChg>
  </pc:docChgLst>
  <pc:docChgLst>
    <pc:chgData name="Francesco Scudieri" userId="S::francesco.scudieri@ikigroup.com::58165387-e55e-4f1e-9db6-e02e58088951" providerId="AD" clId="Web-{BE9E7720-9480-3041-972E-A667DEFCD920}"/>
    <pc:docChg chg="modSld">
      <pc:chgData name="Francesco Scudieri" userId="S::francesco.scudieri@ikigroup.com::58165387-e55e-4f1e-9db6-e02e58088951" providerId="AD" clId="Web-{BE9E7720-9480-3041-972E-A667DEFCD920}" dt="2026-06-02T08:36:12.572" v="118" actId="20577"/>
      <pc:docMkLst>
        <pc:docMk/>
      </pc:docMkLst>
      <pc:sldChg chg="modSp">
        <pc:chgData name="Francesco Scudieri" userId="S::francesco.scudieri@ikigroup.com::58165387-e55e-4f1e-9db6-e02e58088951" providerId="AD" clId="Web-{BE9E7720-9480-3041-972E-A667DEFCD920}" dt="2026-06-02T08:36:12.572" v="118" actId="20577"/>
        <pc:sldMkLst>
          <pc:docMk/>
          <pc:sldMk cId="2059031341" sldId="2147472681"/>
        </pc:sldMkLst>
        <pc:spChg chg="mod">
          <ac:chgData name="Francesco Scudieri" userId="S::francesco.scudieri@ikigroup.com::58165387-e55e-4f1e-9db6-e02e58088951" providerId="AD" clId="Web-{BE9E7720-9480-3041-972E-A667DEFCD920}" dt="2026-06-02T08:36:12.572" v="118" actId="20577"/>
          <ac:spMkLst>
            <pc:docMk/>
            <pc:sldMk cId="2059031341" sldId="2147472681"/>
            <ac:spMk id="3" creationId="{376FDDD5-4A09-D3FE-B39D-2EDAB1320A17}"/>
          </ac:spMkLst>
        </pc:spChg>
      </pc:sldChg>
      <pc:sldChg chg="modSp">
        <pc:chgData name="Francesco Scudieri" userId="S::francesco.scudieri@ikigroup.com::58165387-e55e-4f1e-9db6-e02e58088951" providerId="AD" clId="Web-{BE9E7720-9480-3041-972E-A667DEFCD920}" dt="2026-06-02T08:34:46.287" v="52" actId="20577"/>
        <pc:sldMkLst>
          <pc:docMk/>
          <pc:sldMk cId="3473824595" sldId="2147472703"/>
        </pc:sldMkLst>
        <pc:spChg chg="mod">
          <ac:chgData name="Francesco Scudieri" userId="S::francesco.scudieri@ikigroup.com::58165387-e55e-4f1e-9db6-e02e58088951" providerId="AD" clId="Web-{BE9E7720-9480-3041-972E-A667DEFCD920}" dt="2026-06-02T08:34:46.287" v="52" actId="20577"/>
          <ac:spMkLst>
            <pc:docMk/>
            <pc:sldMk cId="3473824595" sldId="2147472703"/>
            <ac:spMk id="6" creationId="{705AF648-0271-473F-3812-998C34E2DCEE}"/>
          </ac:spMkLst>
        </pc:spChg>
      </pc:sldChg>
    </pc:docChg>
  </pc:docChgLst>
  <pc:docChgLst>
    <pc:chgData name="Francesco Scudieri" userId="S::francesco.scudieri@ikigroup.com::58165387-e55e-4f1e-9db6-e02e58088951" providerId="AD" clId="Web-{13C6F2A4-FB86-E43F-171D-717271F7AA1C}"/>
    <pc:docChg chg="modSld">
      <pc:chgData name="Francesco Scudieri" userId="S::francesco.scudieri@ikigroup.com::58165387-e55e-4f1e-9db6-e02e58088951" providerId="AD" clId="Web-{13C6F2A4-FB86-E43F-171D-717271F7AA1C}" dt="2026-06-02T08:39:31.803" v="30" actId="1076"/>
      <pc:docMkLst>
        <pc:docMk/>
      </pc:docMkLst>
      <pc:sldChg chg="modSp">
        <pc:chgData name="Francesco Scudieri" userId="S::francesco.scudieri@ikigroup.com::58165387-e55e-4f1e-9db6-e02e58088951" providerId="AD" clId="Web-{13C6F2A4-FB86-E43F-171D-717271F7AA1C}" dt="2026-06-02T08:38:41.049" v="11"/>
        <pc:sldMkLst>
          <pc:docMk/>
          <pc:sldMk cId="1688439877" sldId="2147472697"/>
        </pc:sldMkLst>
        <pc:graphicFrameChg chg="mod modGraphic">
          <ac:chgData name="Francesco Scudieri" userId="S::francesco.scudieri@ikigroup.com::58165387-e55e-4f1e-9db6-e02e58088951" providerId="AD" clId="Web-{13C6F2A4-FB86-E43F-171D-717271F7AA1C}" dt="2026-06-02T08:38:33.971" v="5"/>
          <ac:graphicFrameMkLst>
            <pc:docMk/>
            <pc:sldMk cId="1688439877" sldId="2147472697"/>
            <ac:graphicFrameMk id="4" creationId="{43E320E1-4AE5-760A-B37F-17628076E83B}"/>
          </ac:graphicFrameMkLst>
        </pc:graphicFrameChg>
        <pc:graphicFrameChg chg="mod modGraphic">
          <ac:chgData name="Francesco Scudieri" userId="S::francesco.scudieri@ikigroup.com::58165387-e55e-4f1e-9db6-e02e58088951" providerId="AD" clId="Web-{13C6F2A4-FB86-E43F-171D-717271F7AA1C}" dt="2026-06-02T08:38:41.049" v="11"/>
          <ac:graphicFrameMkLst>
            <pc:docMk/>
            <pc:sldMk cId="1688439877" sldId="2147472697"/>
            <ac:graphicFrameMk id="7" creationId="{4709F54A-5D93-1657-4D46-CA6FB299E5D3}"/>
          </ac:graphicFrameMkLst>
        </pc:graphicFrameChg>
      </pc:sldChg>
      <pc:sldChg chg="modSp">
        <pc:chgData name="Francesco Scudieri" userId="S::francesco.scudieri@ikigroup.com::58165387-e55e-4f1e-9db6-e02e58088951" providerId="AD" clId="Web-{13C6F2A4-FB86-E43F-171D-717271F7AA1C}" dt="2026-06-02T08:39:18.943" v="28"/>
        <pc:sldMkLst>
          <pc:docMk/>
          <pc:sldMk cId="3590929067" sldId="2147472698"/>
        </pc:sldMkLst>
        <pc:graphicFrameChg chg="mod modGraphic">
          <ac:chgData name="Francesco Scudieri" userId="S::francesco.scudieri@ikigroup.com::58165387-e55e-4f1e-9db6-e02e58088951" providerId="AD" clId="Web-{13C6F2A4-FB86-E43F-171D-717271F7AA1C}" dt="2026-06-02T08:39:18.943" v="28"/>
          <ac:graphicFrameMkLst>
            <pc:docMk/>
            <pc:sldMk cId="3590929067" sldId="2147472698"/>
            <ac:graphicFrameMk id="4" creationId="{92B2C995-B7E8-64A1-D422-85C222084210}"/>
          </ac:graphicFrameMkLst>
        </pc:graphicFrameChg>
      </pc:sldChg>
      <pc:sldChg chg="modSp">
        <pc:chgData name="Francesco Scudieri" userId="S::francesco.scudieri@ikigroup.com::58165387-e55e-4f1e-9db6-e02e58088951" providerId="AD" clId="Web-{13C6F2A4-FB86-E43F-171D-717271F7AA1C}" dt="2026-06-02T08:39:31.803" v="30" actId="1076"/>
        <pc:sldMkLst>
          <pc:docMk/>
          <pc:sldMk cId="1755114475" sldId="2147472700"/>
        </pc:sldMkLst>
        <pc:spChg chg="mod">
          <ac:chgData name="Francesco Scudieri" userId="S::francesco.scudieri@ikigroup.com::58165387-e55e-4f1e-9db6-e02e58088951" providerId="AD" clId="Web-{13C6F2A4-FB86-E43F-171D-717271F7AA1C}" dt="2026-06-02T08:39:31.803" v="30" actId="1076"/>
          <ac:spMkLst>
            <pc:docMk/>
            <pc:sldMk cId="1755114475" sldId="2147472700"/>
            <ac:spMk id="6" creationId="{DDBF2478-CCC6-3857-63BF-B37A0B5E0FF0}"/>
          </ac:spMkLst>
        </pc:spChg>
      </pc:sldChg>
      <pc:sldChg chg="modSp">
        <pc:chgData name="Francesco Scudieri" userId="S::francesco.scudieri@ikigroup.com::58165387-e55e-4f1e-9db6-e02e58088951" providerId="AD" clId="Web-{13C6F2A4-FB86-E43F-171D-717271F7AA1C}" dt="2026-06-02T08:38:53.519" v="12" actId="20577"/>
        <pc:sldMkLst>
          <pc:docMk/>
          <pc:sldMk cId="3473824595" sldId="2147472703"/>
        </pc:sldMkLst>
        <pc:spChg chg="mod">
          <ac:chgData name="Francesco Scudieri" userId="S::francesco.scudieri@ikigroup.com::58165387-e55e-4f1e-9db6-e02e58088951" providerId="AD" clId="Web-{13C6F2A4-FB86-E43F-171D-717271F7AA1C}" dt="2026-06-02T08:38:53.519" v="12" actId="20577"/>
          <ac:spMkLst>
            <pc:docMk/>
            <pc:sldMk cId="3473824595" sldId="2147472703"/>
            <ac:spMk id="6" creationId="{705AF648-0271-473F-3812-998C34E2DCEE}"/>
          </ac:spMkLst>
        </pc:spChg>
      </pc:sldChg>
    </pc:docChg>
  </pc:docChgLst>
  <pc:docChgLst>
    <pc:chgData name="Eleonora Gabriele" userId="d335f965-891d-4b2d-a370-f9490dd53ed8" providerId="ADAL" clId="{8A62EF28-A35C-4C74-98B6-5B8526CC6070}"/>
    <pc:docChg chg="undo custSel modSld">
      <pc:chgData name="Eleonora Gabriele" userId="d335f965-891d-4b2d-a370-f9490dd53ed8" providerId="ADAL" clId="{8A62EF28-A35C-4C74-98B6-5B8526CC6070}" dt="2026-07-02T06:02:50.160" v="2139" actId="20577"/>
      <pc:docMkLst>
        <pc:docMk/>
      </pc:docMkLst>
      <pc:sldChg chg="addSp modSp mod">
        <pc:chgData name="Eleonora Gabriele" userId="d335f965-891d-4b2d-a370-f9490dd53ed8" providerId="ADAL" clId="{8A62EF28-A35C-4C74-98B6-5B8526CC6070}" dt="2026-07-01T12:38:10.674" v="1833" actId="20577"/>
        <pc:sldMkLst>
          <pc:docMk/>
          <pc:sldMk cId="2059031341" sldId="2147472681"/>
        </pc:sldMkLst>
        <pc:spChg chg="mod">
          <ac:chgData name="Eleonora Gabriele" userId="d335f965-891d-4b2d-a370-f9490dd53ed8" providerId="ADAL" clId="{8A62EF28-A35C-4C74-98B6-5B8526CC6070}" dt="2026-07-01T12:38:10.674" v="1833" actId="20577"/>
          <ac:spMkLst>
            <pc:docMk/>
            <pc:sldMk cId="2059031341" sldId="2147472681"/>
            <ac:spMk id="3" creationId="{376FDDD5-4A09-D3FE-B39D-2EDAB1320A17}"/>
          </ac:spMkLst>
        </pc:spChg>
      </pc:sldChg>
      <pc:sldChg chg="addSp delSp modSp mod">
        <pc:chgData name="Eleonora Gabriele" userId="d335f965-891d-4b2d-a370-f9490dd53ed8" providerId="ADAL" clId="{8A62EF28-A35C-4C74-98B6-5B8526CC6070}" dt="2026-07-01T12:31:41.647" v="1754" actId="1076"/>
        <pc:sldMkLst>
          <pc:docMk/>
          <pc:sldMk cId="2963209778" sldId="2147472690"/>
        </pc:sldMkLst>
        <pc:spChg chg="mod">
          <ac:chgData name="Eleonora Gabriele" userId="d335f965-891d-4b2d-a370-f9490dd53ed8" providerId="ADAL" clId="{8A62EF28-A35C-4C74-98B6-5B8526CC6070}" dt="2026-07-01T10:34:14.644" v="1679" actId="20577"/>
          <ac:spMkLst>
            <pc:docMk/>
            <pc:sldMk cId="2963209778" sldId="2147472690"/>
            <ac:spMk id="5" creationId="{5DFABC01-F3E0-84BA-A770-014971EC8049}"/>
          </ac:spMkLst>
        </pc:spChg>
        <pc:spChg chg="del mod">
          <ac:chgData name="Eleonora Gabriele" userId="d335f965-891d-4b2d-a370-f9490dd53ed8" providerId="ADAL" clId="{8A62EF28-A35C-4C74-98B6-5B8526CC6070}" dt="2026-07-01T09:06:57.183" v="1338" actId="478"/>
          <ac:spMkLst>
            <pc:docMk/>
            <pc:sldMk cId="2963209778" sldId="2147472690"/>
            <ac:spMk id="6" creationId="{E26AE20F-A574-B7C1-280C-EDD7DDC47DA6}"/>
          </ac:spMkLst>
        </pc:spChg>
        <pc:spChg chg="add mod">
          <ac:chgData name="Eleonora Gabriele" userId="d335f965-891d-4b2d-a370-f9490dd53ed8" providerId="ADAL" clId="{8A62EF28-A35C-4C74-98B6-5B8526CC6070}" dt="2026-07-01T12:31:41.647" v="1754" actId="1076"/>
          <ac:spMkLst>
            <pc:docMk/>
            <pc:sldMk cId="2963209778" sldId="2147472690"/>
            <ac:spMk id="8" creationId="{0E7E1A41-C729-5A81-9A76-93CC713C443A}"/>
          </ac:spMkLst>
        </pc:spChg>
        <pc:picChg chg="add mod">
          <ac:chgData name="Eleonora Gabriele" userId="d335f965-891d-4b2d-a370-f9490dd53ed8" providerId="ADAL" clId="{8A62EF28-A35C-4C74-98B6-5B8526CC6070}" dt="2026-07-01T09:05:59.922" v="1337" actId="1076"/>
          <ac:picMkLst>
            <pc:docMk/>
            <pc:sldMk cId="2963209778" sldId="2147472690"/>
            <ac:picMk id="3" creationId="{1608EE81-250D-F924-A049-2F4E4BEAA698}"/>
          </ac:picMkLst>
        </pc:picChg>
        <pc:picChg chg="add del mod">
          <ac:chgData name="Eleonora Gabriele" userId="d335f965-891d-4b2d-a370-f9490dd53ed8" providerId="ADAL" clId="{8A62EF28-A35C-4C74-98B6-5B8526CC6070}" dt="2026-07-01T09:05:49.617" v="1334" actId="478"/>
          <ac:picMkLst>
            <pc:docMk/>
            <pc:sldMk cId="2963209778" sldId="2147472690"/>
            <ac:picMk id="4" creationId="{903E66D0-E220-5B83-E84E-A7EA07AEBD31}"/>
          </ac:picMkLst>
        </pc:picChg>
      </pc:sldChg>
      <pc:sldChg chg="addSp delSp modSp mod">
        <pc:chgData name="Eleonora Gabriele" userId="d335f965-891d-4b2d-a370-f9490dd53ed8" providerId="ADAL" clId="{8A62EF28-A35C-4C74-98B6-5B8526CC6070}" dt="2026-07-01T12:32:01.479" v="1761" actId="1076"/>
        <pc:sldMkLst>
          <pc:docMk/>
          <pc:sldMk cId="3002526299" sldId="2147472694"/>
        </pc:sldMkLst>
        <pc:spChg chg="mod">
          <ac:chgData name="Eleonora Gabriele" userId="d335f965-891d-4b2d-a370-f9490dd53ed8" providerId="ADAL" clId="{8A62EF28-A35C-4C74-98B6-5B8526CC6070}" dt="2026-07-01T10:34:09.239" v="1674" actId="20577"/>
          <ac:spMkLst>
            <pc:docMk/>
            <pc:sldMk cId="3002526299" sldId="2147472694"/>
            <ac:spMk id="5" creationId="{DCD9832C-FDC0-AA06-FD28-C69F34D69357}"/>
          </ac:spMkLst>
        </pc:spChg>
        <pc:spChg chg="del mod">
          <ac:chgData name="Eleonora Gabriele" userId="d335f965-891d-4b2d-a370-f9490dd53ed8" providerId="ADAL" clId="{8A62EF28-A35C-4C74-98B6-5B8526CC6070}" dt="2026-07-01T09:12:30.915" v="1345" actId="478"/>
          <ac:spMkLst>
            <pc:docMk/>
            <pc:sldMk cId="3002526299" sldId="2147472694"/>
            <ac:spMk id="6" creationId="{AC0ECFF3-3D78-6565-7B84-ADD68B71450E}"/>
          </ac:spMkLst>
        </pc:spChg>
        <pc:spChg chg="add mod">
          <ac:chgData name="Eleonora Gabriele" userId="d335f965-891d-4b2d-a370-f9490dd53ed8" providerId="ADAL" clId="{8A62EF28-A35C-4C74-98B6-5B8526CC6070}" dt="2026-07-01T12:32:01.479" v="1761" actId="1076"/>
          <ac:spMkLst>
            <pc:docMk/>
            <pc:sldMk cId="3002526299" sldId="2147472694"/>
            <ac:spMk id="8" creationId="{DA7642EA-291C-5A25-B5B1-61A881822734}"/>
          </ac:spMkLst>
        </pc:spChg>
        <pc:picChg chg="add mod">
          <ac:chgData name="Eleonora Gabriele" userId="d335f965-891d-4b2d-a370-f9490dd53ed8" providerId="ADAL" clId="{8A62EF28-A35C-4C74-98B6-5B8526CC6070}" dt="2026-07-01T12:31:54.975" v="1759" actId="1076"/>
          <ac:picMkLst>
            <pc:docMk/>
            <pc:sldMk cId="3002526299" sldId="2147472694"/>
            <ac:picMk id="3" creationId="{9D88E852-CCD3-E3B4-03FE-E21452C001F4}"/>
          </ac:picMkLst>
        </pc:picChg>
        <pc:picChg chg="add del mod">
          <ac:chgData name="Eleonora Gabriele" userId="d335f965-891d-4b2d-a370-f9490dd53ed8" providerId="ADAL" clId="{8A62EF28-A35C-4C74-98B6-5B8526CC6070}" dt="2026-07-01T09:08:15.844" v="1339" actId="478"/>
          <ac:picMkLst>
            <pc:docMk/>
            <pc:sldMk cId="3002526299" sldId="2147472694"/>
            <ac:picMk id="4" creationId="{E56023D5-C6E9-3837-99A0-C5E3F7463CCB}"/>
          </ac:picMkLst>
        </pc:picChg>
      </pc:sldChg>
      <pc:sldChg chg="addSp modSp mod">
        <pc:chgData name="Eleonora Gabriele" userId="d335f965-891d-4b2d-a370-f9490dd53ed8" providerId="ADAL" clId="{8A62EF28-A35C-4C74-98B6-5B8526CC6070}" dt="2026-07-01T12:36:18.085" v="1824" actId="1076"/>
        <pc:sldMkLst>
          <pc:docMk/>
          <pc:sldMk cId="1688439877" sldId="2147472697"/>
        </pc:sldMkLst>
        <pc:spChg chg="add mod">
          <ac:chgData name="Eleonora Gabriele" userId="d335f965-891d-4b2d-a370-f9490dd53ed8" providerId="ADAL" clId="{8A62EF28-A35C-4C74-98B6-5B8526CC6070}" dt="2026-07-01T12:36:18.085" v="1824" actId="1076"/>
          <ac:spMkLst>
            <pc:docMk/>
            <pc:sldMk cId="1688439877" sldId="2147472697"/>
            <ac:spMk id="3" creationId="{2DCF61EC-2F7E-DFA2-B188-786FB26DB87F}"/>
          </ac:spMkLst>
        </pc:spChg>
        <pc:spChg chg="mod">
          <ac:chgData name="Eleonora Gabriele" userId="d335f965-891d-4b2d-a370-f9490dd53ed8" providerId="ADAL" clId="{8A62EF28-A35C-4C74-98B6-5B8526CC6070}" dt="2026-07-01T09:17:44.350" v="1378" actId="20577"/>
          <ac:spMkLst>
            <pc:docMk/>
            <pc:sldMk cId="1688439877" sldId="2147472697"/>
            <ac:spMk id="6" creationId="{3A8B5B44-7B87-35BB-A1A6-89FC2F1CA944}"/>
          </ac:spMkLst>
        </pc:spChg>
        <pc:graphicFrameChg chg="mod modGraphic">
          <ac:chgData name="Eleonora Gabriele" userId="d335f965-891d-4b2d-a370-f9490dd53ed8" providerId="ADAL" clId="{8A62EF28-A35C-4C74-98B6-5B8526CC6070}" dt="2026-07-01T10:10:55.534" v="1527" actId="20577"/>
          <ac:graphicFrameMkLst>
            <pc:docMk/>
            <pc:sldMk cId="1688439877" sldId="2147472697"/>
            <ac:graphicFrameMk id="4" creationId="{43E320E1-4AE5-760A-B37F-17628076E83B}"/>
          </ac:graphicFrameMkLst>
        </pc:graphicFrameChg>
        <pc:graphicFrameChg chg="mod modGraphic">
          <ac:chgData name="Eleonora Gabriele" userId="d335f965-891d-4b2d-a370-f9490dd53ed8" providerId="ADAL" clId="{8A62EF28-A35C-4C74-98B6-5B8526CC6070}" dt="2026-07-01T10:11:17.546" v="1546" actId="20577"/>
          <ac:graphicFrameMkLst>
            <pc:docMk/>
            <pc:sldMk cId="1688439877" sldId="2147472697"/>
            <ac:graphicFrameMk id="7" creationId="{4709F54A-5D93-1657-4D46-CA6FB299E5D3}"/>
          </ac:graphicFrameMkLst>
        </pc:graphicFrameChg>
      </pc:sldChg>
      <pc:sldChg chg="addSp delSp modSp mod">
        <pc:chgData name="Eleonora Gabriele" userId="d335f965-891d-4b2d-a370-f9490dd53ed8" providerId="ADAL" clId="{8A62EF28-A35C-4C74-98B6-5B8526CC6070}" dt="2026-07-01T12:37:57.067" v="1831" actId="123"/>
        <pc:sldMkLst>
          <pc:docMk/>
          <pc:sldMk cId="3590929067" sldId="2147472698"/>
        </pc:sldMkLst>
        <pc:spChg chg="del mod">
          <ac:chgData name="Eleonora Gabriele" userId="d335f965-891d-4b2d-a370-f9490dd53ed8" providerId="ADAL" clId="{8A62EF28-A35C-4C74-98B6-5B8526CC6070}" dt="2026-07-01T10:05:36.846" v="1461"/>
          <ac:spMkLst>
            <pc:docMk/>
            <pc:sldMk cId="3590929067" sldId="2147472698"/>
            <ac:spMk id="3" creationId="{8CFA07AF-5606-B250-6988-D8B767740BD1}"/>
          </ac:spMkLst>
        </pc:spChg>
        <pc:spChg chg="add mod">
          <ac:chgData name="Eleonora Gabriele" userId="d335f965-891d-4b2d-a370-f9490dd53ed8" providerId="ADAL" clId="{8A62EF28-A35C-4C74-98B6-5B8526CC6070}" dt="2026-07-01T12:37:57.067" v="1831" actId="123"/>
          <ac:spMkLst>
            <pc:docMk/>
            <pc:sldMk cId="3590929067" sldId="2147472698"/>
            <ac:spMk id="7" creationId="{065C96A7-C02A-A9D4-1D28-47DAD141572B}"/>
          </ac:spMkLst>
        </pc:spChg>
        <pc:graphicFrameChg chg="mod modGraphic">
          <ac:chgData name="Eleonora Gabriele" userId="d335f965-891d-4b2d-a370-f9490dd53ed8" providerId="ADAL" clId="{8A62EF28-A35C-4C74-98B6-5B8526CC6070}" dt="2026-07-01T10:25:56.575" v="1643" actId="20577"/>
          <ac:graphicFrameMkLst>
            <pc:docMk/>
            <pc:sldMk cId="3590929067" sldId="2147472698"/>
            <ac:graphicFrameMk id="4" creationId="{92B2C995-B7E8-64A1-D422-85C222084210}"/>
          </ac:graphicFrameMkLst>
        </pc:graphicFrameChg>
      </pc:sldChg>
      <pc:sldChg chg="addSp delSp modSp mod">
        <pc:chgData name="Eleonora Gabriele" userId="d335f965-891d-4b2d-a370-f9490dd53ed8" providerId="ADAL" clId="{8A62EF28-A35C-4C74-98B6-5B8526CC6070}" dt="2026-07-01T10:36:37.754" v="1689" actId="20577"/>
        <pc:sldMkLst>
          <pc:docMk/>
          <pc:sldMk cId="1755114475" sldId="2147472700"/>
        </pc:sldMkLst>
        <pc:spChg chg="mod">
          <ac:chgData name="Eleonora Gabriele" userId="d335f965-891d-4b2d-a370-f9490dd53ed8" providerId="ADAL" clId="{8A62EF28-A35C-4C74-98B6-5B8526CC6070}" dt="2026-07-01T10:36:37.754" v="1689" actId="20577"/>
          <ac:spMkLst>
            <pc:docMk/>
            <pc:sldMk cId="1755114475" sldId="2147472700"/>
            <ac:spMk id="6" creationId="{DDBF2478-CCC6-3857-63BF-B37A0B5E0FF0}"/>
          </ac:spMkLst>
        </pc:spChg>
        <pc:picChg chg="add del mod">
          <ac:chgData name="Eleonora Gabriele" userId="d335f965-891d-4b2d-a370-f9490dd53ed8" providerId="ADAL" clId="{8A62EF28-A35C-4C74-98B6-5B8526CC6070}" dt="2026-07-01T10:35:59.490" v="1680" actId="478"/>
          <ac:picMkLst>
            <pc:docMk/>
            <pc:sldMk cId="1755114475" sldId="2147472700"/>
            <ac:picMk id="3" creationId="{E661346B-3EEE-6A5F-AE26-EA948B74922C}"/>
          </ac:picMkLst>
        </pc:picChg>
        <pc:picChg chg="add mod">
          <ac:chgData name="Eleonora Gabriele" userId="d335f965-891d-4b2d-a370-f9490dd53ed8" providerId="ADAL" clId="{8A62EF28-A35C-4C74-98B6-5B8526CC6070}" dt="2026-07-01T10:36:32.061" v="1684" actId="1076"/>
          <ac:picMkLst>
            <pc:docMk/>
            <pc:sldMk cId="1755114475" sldId="2147472700"/>
            <ac:picMk id="4" creationId="{7093BE0D-FA03-DE92-637A-972598B76AB4}"/>
          </ac:picMkLst>
        </pc:picChg>
      </pc:sldChg>
      <pc:sldChg chg="addSp delSp modSp mod">
        <pc:chgData name="Eleonora Gabriele" userId="d335f965-891d-4b2d-a370-f9490dd53ed8" providerId="ADAL" clId="{8A62EF28-A35C-4C74-98B6-5B8526CC6070}" dt="2026-07-01T12:39:22.799" v="1884" actId="20577"/>
        <pc:sldMkLst>
          <pc:docMk/>
          <pc:sldMk cId="2886613547" sldId="2147472701"/>
        </pc:sldMkLst>
        <pc:spChg chg="mod">
          <ac:chgData name="Eleonora Gabriele" userId="d335f965-891d-4b2d-a370-f9490dd53ed8" providerId="ADAL" clId="{8A62EF28-A35C-4C74-98B6-5B8526CC6070}" dt="2026-07-01T08:51:31.451" v="1333" actId="20577"/>
          <ac:spMkLst>
            <pc:docMk/>
            <pc:sldMk cId="2886613547" sldId="2147472701"/>
            <ac:spMk id="5" creationId="{AD5BBDBA-9CB7-FF2D-44B9-DD23204AD443}"/>
          </ac:spMkLst>
        </pc:spChg>
        <pc:spChg chg="add del mod">
          <ac:chgData name="Eleonora Gabriele" userId="d335f965-891d-4b2d-a370-f9490dd53ed8" providerId="ADAL" clId="{8A62EF28-A35C-4C74-98B6-5B8526CC6070}" dt="2026-07-01T12:39:22.799" v="1884" actId="20577"/>
          <ac:spMkLst>
            <pc:docMk/>
            <pc:sldMk cId="2886613547" sldId="2147472701"/>
            <ac:spMk id="6" creationId="{1818F744-A957-CCB6-7745-2EFCE42C5A60}"/>
          </ac:spMkLst>
        </pc:spChg>
        <pc:picChg chg="add mod">
          <ac:chgData name="Eleonora Gabriele" userId="d335f965-891d-4b2d-a370-f9490dd53ed8" providerId="ADAL" clId="{8A62EF28-A35C-4C74-98B6-5B8526CC6070}" dt="2026-07-01T08:46:38.020" v="1309" actId="1076"/>
          <ac:picMkLst>
            <pc:docMk/>
            <pc:sldMk cId="2886613547" sldId="2147472701"/>
            <ac:picMk id="3" creationId="{980CF000-C191-11A6-B983-7CD31946A281}"/>
          </ac:picMkLst>
        </pc:picChg>
        <pc:picChg chg="add del mod">
          <ac:chgData name="Eleonora Gabriele" userId="d335f965-891d-4b2d-a370-f9490dd53ed8" providerId="ADAL" clId="{8A62EF28-A35C-4C74-98B6-5B8526CC6070}" dt="2026-07-01T08:46:28.826" v="1306" actId="478"/>
          <ac:picMkLst>
            <pc:docMk/>
            <pc:sldMk cId="2886613547" sldId="2147472701"/>
            <ac:picMk id="4" creationId="{34C4529E-B36D-4164-AC64-2D254A91D257}"/>
          </ac:picMkLst>
        </pc:picChg>
      </pc:sldChg>
      <pc:sldChg chg="addSp delSp modSp mod">
        <pc:chgData name="Eleonora Gabriele" userId="d335f965-891d-4b2d-a370-f9490dd53ed8" providerId="ADAL" clId="{8A62EF28-A35C-4C74-98B6-5B8526CC6070}" dt="2026-07-02T06:02:50.160" v="2139" actId="20577"/>
        <pc:sldMkLst>
          <pc:docMk/>
          <pc:sldMk cId="2431784244" sldId="2147472702"/>
        </pc:sldMkLst>
        <pc:spChg chg="mod">
          <ac:chgData name="Eleonora Gabriele" userId="d335f965-891d-4b2d-a370-f9490dd53ed8" providerId="ADAL" clId="{8A62EF28-A35C-4C74-98B6-5B8526CC6070}" dt="2026-07-02T06:00:47.773" v="2116" actId="20577"/>
          <ac:spMkLst>
            <pc:docMk/>
            <pc:sldMk cId="2431784244" sldId="2147472702"/>
            <ac:spMk id="2" creationId="{374A756D-680D-DD4F-7FAD-B49483144572}"/>
          </ac:spMkLst>
        </pc:spChg>
        <pc:spChg chg="mod">
          <ac:chgData name="Eleonora Gabriele" userId="d335f965-891d-4b2d-a370-f9490dd53ed8" providerId="ADAL" clId="{8A62EF28-A35C-4C74-98B6-5B8526CC6070}" dt="2026-07-02T06:00:36.742" v="2102" actId="20577"/>
          <ac:spMkLst>
            <pc:docMk/>
            <pc:sldMk cId="2431784244" sldId="2147472702"/>
            <ac:spMk id="4" creationId="{56AB8ACC-4D1B-48B6-E895-A941957193D7}"/>
          </ac:spMkLst>
        </pc:spChg>
        <pc:spChg chg="del mod">
          <ac:chgData name="Eleonora Gabriele" userId="d335f965-891d-4b2d-a370-f9490dd53ed8" providerId="ADAL" clId="{8A62EF28-A35C-4C74-98B6-5B8526CC6070}" dt="2026-07-02T06:01:16.181" v="2117" actId="478"/>
          <ac:spMkLst>
            <pc:docMk/>
            <pc:sldMk cId="2431784244" sldId="2147472702"/>
            <ac:spMk id="6" creationId="{013EC6F7-9FD8-77DA-DBFA-97D159D8A556}"/>
          </ac:spMkLst>
        </pc:spChg>
        <pc:spChg chg="del mod">
          <ac:chgData name="Eleonora Gabriele" userId="d335f965-891d-4b2d-a370-f9490dd53ed8" providerId="ADAL" clId="{8A62EF28-A35C-4C74-98B6-5B8526CC6070}" dt="2026-07-02T06:01:20.946" v="2120" actId="478"/>
          <ac:spMkLst>
            <pc:docMk/>
            <pc:sldMk cId="2431784244" sldId="2147472702"/>
            <ac:spMk id="8" creationId="{46B54E4B-F7F2-7F53-E59F-A39ADD83E210}"/>
          </ac:spMkLst>
        </pc:spChg>
        <pc:spChg chg="mod">
          <ac:chgData name="Eleonora Gabriele" userId="d335f965-891d-4b2d-a370-f9490dd53ed8" providerId="ADAL" clId="{8A62EF28-A35C-4C74-98B6-5B8526CC6070}" dt="2026-07-02T06:02:07.596" v="2124" actId="20577"/>
          <ac:spMkLst>
            <pc:docMk/>
            <pc:sldMk cId="2431784244" sldId="2147472702"/>
            <ac:spMk id="10" creationId="{C7C4EB04-9713-ECD7-A67F-050CC46D1425}"/>
          </ac:spMkLst>
        </pc:spChg>
        <pc:spChg chg="add del mod">
          <ac:chgData name="Eleonora Gabriele" userId="d335f965-891d-4b2d-a370-f9490dd53ed8" providerId="ADAL" clId="{8A62EF28-A35C-4C74-98B6-5B8526CC6070}" dt="2026-07-02T05:57:16.924" v="2022" actId="478"/>
          <ac:spMkLst>
            <pc:docMk/>
            <pc:sldMk cId="2431784244" sldId="2147472702"/>
            <ac:spMk id="17" creationId="{04BCFA64-0E78-DE0B-4A6F-D3A75F37F88B}"/>
          </ac:spMkLst>
        </pc:spChg>
        <pc:spChg chg="mod">
          <ac:chgData name="Eleonora Gabriele" userId="d335f965-891d-4b2d-a370-f9490dd53ed8" providerId="ADAL" clId="{8A62EF28-A35C-4C74-98B6-5B8526CC6070}" dt="2026-07-02T06:02:45.821" v="2136" actId="20577"/>
          <ac:spMkLst>
            <pc:docMk/>
            <pc:sldMk cId="2431784244" sldId="2147472702"/>
            <ac:spMk id="20" creationId="{6B59BE64-F566-3B51-2408-FECF63672BAE}"/>
          </ac:spMkLst>
        </pc:spChg>
        <pc:spChg chg="mod">
          <ac:chgData name="Eleonora Gabriele" userId="d335f965-891d-4b2d-a370-f9490dd53ed8" providerId="ADAL" clId="{8A62EF28-A35C-4C74-98B6-5B8526CC6070}" dt="2026-07-02T05:57:13.238" v="2021" actId="20577"/>
          <ac:spMkLst>
            <pc:docMk/>
            <pc:sldMk cId="2431784244" sldId="2147472702"/>
            <ac:spMk id="21" creationId="{81730977-557F-DE97-62EA-B5C0690AF8E3}"/>
          </ac:spMkLst>
        </pc:spChg>
        <pc:spChg chg="mod">
          <ac:chgData name="Eleonora Gabriele" userId="d335f965-891d-4b2d-a370-f9490dd53ed8" providerId="ADAL" clId="{8A62EF28-A35C-4C74-98B6-5B8526CC6070}" dt="2026-07-02T06:02:48.052" v="2137" actId="20577"/>
          <ac:spMkLst>
            <pc:docMk/>
            <pc:sldMk cId="2431784244" sldId="2147472702"/>
            <ac:spMk id="22" creationId="{FC0D9576-46F5-789C-9E23-556B1D77DF1A}"/>
          </ac:spMkLst>
        </pc:spChg>
        <pc:spChg chg="mod">
          <ac:chgData name="Eleonora Gabriele" userId="d335f965-891d-4b2d-a370-f9490dd53ed8" providerId="ADAL" clId="{8A62EF28-A35C-4C74-98B6-5B8526CC6070}" dt="2026-07-02T05:55:58.510" v="1963" actId="20577"/>
          <ac:spMkLst>
            <pc:docMk/>
            <pc:sldMk cId="2431784244" sldId="2147472702"/>
            <ac:spMk id="23" creationId="{34828472-0EAD-7C9E-034D-7CCC46E13799}"/>
          </ac:spMkLst>
        </pc:spChg>
        <pc:spChg chg="mod">
          <ac:chgData name="Eleonora Gabriele" userId="d335f965-891d-4b2d-a370-f9490dd53ed8" providerId="ADAL" clId="{8A62EF28-A35C-4C74-98B6-5B8526CC6070}" dt="2026-07-01T12:40:56.220" v="1908" actId="20577"/>
          <ac:spMkLst>
            <pc:docMk/>
            <pc:sldMk cId="2431784244" sldId="2147472702"/>
            <ac:spMk id="25" creationId="{751925BE-8B3B-B41F-AC7B-5C5BC1A4C2E1}"/>
          </ac:spMkLst>
        </pc:spChg>
        <pc:spChg chg="mod">
          <ac:chgData name="Eleonora Gabriele" userId="d335f965-891d-4b2d-a370-f9490dd53ed8" providerId="ADAL" clId="{8A62EF28-A35C-4C74-98B6-5B8526CC6070}" dt="2026-07-02T06:02:50.160" v="2139" actId="20577"/>
          <ac:spMkLst>
            <pc:docMk/>
            <pc:sldMk cId="2431784244" sldId="2147472702"/>
            <ac:spMk id="26" creationId="{9FE60FF4-717F-A176-E491-4D119991D036}"/>
          </ac:spMkLst>
        </pc:spChg>
        <pc:spChg chg="mod">
          <ac:chgData name="Eleonora Gabriele" userId="d335f965-891d-4b2d-a370-f9490dd53ed8" providerId="ADAL" clId="{8A62EF28-A35C-4C74-98B6-5B8526CC6070}" dt="2026-07-02T05:56:50.847" v="2014" actId="20577"/>
          <ac:spMkLst>
            <pc:docMk/>
            <pc:sldMk cId="2431784244" sldId="2147472702"/>
            <ac:spMk id="27" creationId="{B8F49DE4-A63F-E29D-AE29-EE3F3FFC6F07}"/>
          </ac:spMkLst>
        </pc:spChg>
        <pc:spChg chg="mod">
          <ac:chgData name="Eleonora Gabriele" userId="d335f965-891d-4b2d-a370-f9490dd53ed8" providerId="ADAL" clId="{8A62EF28-A35C-4C74-98B6-5B8526CC6070}" dt="2026-07-02T06:00:14.705" v="2057" actId="5793"/>
          <ac:spMkLst>
            <pc:docMk/>
            <pc:sldMk cId="2431784244" sldId="2147472702"/>
            <ac:spMk id="28" creationId="{2753E32E-8830-B0BD-6532-73D5925DDA56}"/>
          </ac:spMkLst>
        </pc:spChg>
        <pc:spChg chg="mod">
          <ac:chgData name="Eleonora Gabriele" userId="d335f965-891d-4b2d-a370-f9490dd53ed8" providerId="ADAL" clId="{8A62EF28-A35C-4C74-98B6-5B8526CC6070}" dt="2026-07-02T05:57:37.990" v="2026" actId="20577"/>
          <ac:spMkLst>
            <pc:docMk/>
            <pc:sldMk cId="2431784244" sldId="2147472702"/>
            <ac:spMk id="29" creationId="{1181EC78-8B55-6B63-31F1-417FFAFA209E}"/>
          </ac:spMkLst>
        </pc:spChg>
        <pc:spChg chg="mod">
          <ac:chgData name="Eleonora Gabriele" userId="d335f965-891d-4b2d-a370-f9490dd53ed8" providerId="ADAL" clId="{8A62EF28-A35C-4C74-98B6-5B8526CC6070}" dt="2026-07-02T06:02:12.507" v="2126" actId="20577"/>
          <ac:spMkLst>
            <pc:docMk/>
            <pc:sldMk cId="2431784244" sldId="2147472702"/>
            <ac:spMk id="30" creationId="{44236DCA-9B10-1FCF-EF70-A44A54359DAC}"/>
          </ac:spMkLst>
        </pc:spChg>
        <pc:spChg chg="mod">
          <ac:chgData name="Eleonora Gabriele" userId="d335f965-891d-4b2d-a370-f9490dd53ed8" providerId="ADAL" clId="{8A62EF28-A35C-4C74-98B6-5B8526CC6070}" dt="2026-07-02T06:02:19.656" v="2127" actId="20577"/>
          <ac:spMkLst>
            <pc:docMk/>
            <pc:sldMk cId="2431784244" sldId="2147472702"/>
            <ac:spMk id="32" creationId="{C38B0B40-31B1-EC8F-BFBB-3F433BF2656D}"/>
          </ac:spMkLst>
        </pc:spChg>
        <pc:spChg chg="mod">
          <ac:chgData name="Eleonora Gabriele" userId="d335f965-891d-4b2d-a370-f9490dd53ed8" providerId="ADAL" clId="{8A62EF28-A35C-4C74-98B6-5B8526CC6070}" dt="2026-07-02T05:57:41.540" v="2027" actId="20577"/>
          <ac:spMkLst>
            <pc:docMk/>
            <pc:sldMk cId="2431784244" sldId="2147472702"/>
            <ac:spMk id="33" creationId="{E585D09F-7B6C-9DFD-459C-F779EEFC0FB8}"/>
          </ac:spMkLst>
        </pc:spChg>
        <pc:spChg chg="mod">
          <ac:chgData name="Eleonora Gabriele" userId="d335f965-891d-4b2d-a370-f9490dd53ed8" providerId="ADAL" clId="{8A62EF28-A35C-4C74-98B6-5B8526CC6070}" dt="2026-07-02T06:02:21.802" v="2128" actId="20577"/>
          <ac:spMkLst>
            <pc:docMk/>
            <pc:sldMk cId="2431784244" sldId="2147472702"/>
            <ac:spMk id="34" creationId="{24BAD08F-9D5A-643D-6C0E-4757CDBE2146}"/>
          </ac:spMkLst>
        </pc:spChg>
        <pc:spChg chg="mod">
          <ac:chgData name="Eleonora Gabriele" userId="d335f965-891d-4b2d-a370-f9490dd53ed8" providerId="ADAL" clId="{8A62EF28-A35C-4C74-98B6-5B8526CC6070}" dt="2026-07-02T05:57:46.392" v="2029" actId="20577"/>
          <ac:spMkLst>
            <pc:docMk/>
            <pc:sldMk cId="2431784244" sldId="2147472702"/>
            <ac:spMk id="35" creationId="{EB84E31B-688F-C936-702B-66F9B00AA23D}"/>
          </ac:spMkLst>
        </pc:spChg>
        <pc:spChg chg="mod">
          <ac:chgData name="Eleonora Gabriele" userId="d335f965-891d-4b2d-a370-f9490dd53ed8" providerId="ADAL" clId="{8A62EF28-A35C-4C74-98B6-5B8526CC6070}" dt="2026-07-02T06:01:18.855" v="2119" actId="20577"/>
          <ac:spMkLst>
            <pc:docMk/>
            <pc:sldMk cId="2431784244" sldId="2147472702"/>
            <ac:spMk id="38" creationId="{85EB86C7-78BB-83D9-53E0-DD07D6307E0B}"/>
          </ac:spMkLst>
        </pc:spChg>
        <pc:spChg chg="mod">
          <ac:chgData name="Eleonora Gabriele" userId="d335f965-891d-4b2d-a370-f9490dd53ed8" providerId="ADAL" clId="{8A62EF28-A35C-4C74-98B6-5B8526CC6070}" dt="2026-07-02T06:02:01.900" v="2121" actId="20577"/>
          <ac:spMkLst>
            <pc:docMk/>
            <pc:sldMk cId="2431784244" sldId="2147472702"/>
            <ac:spMk id="40" creationId="{E9F6CFB2-0C58-D43B-8EAB-CB336C00BCCA}"/>
          </ac:spMkLst>
        </pc:spChg>
        <pc:spChg chg="del">
          <ac:chgData name="Eleonora Gabriele" userId="d335f965-891d-4b2d-a370-f9490dd53ed8" providerId="ADAL" clId="{8A62EF28-A35C-4C74-98B6-5B8526CC6070}" dt="2026-07-02T06:02:04.930" v="2122" actId="478"/>
          <ac:spMkLst>
            <pc:docMk/>
            <pc:sldMk cId="2431784244" sldId="2147472702"/>
            <ac:spMk id="44" creationId="{52C7216E-A77A-804D-6B13-4C7AC30F07FA}"/>
          </ac:spMkLst>
        </pc:spChg>
        <pc:spChg chg="mod">
          <ac:chgData name="Eleonora Gabriele" userId="d335f965-891d-4b2d-a370-f9490dd53ed8" providerId="ADAL" clId="{8A62EF28-A35C-4C74-98B6-5B8526CC6070}" dt="2026-07-02T06:02:40.798" v="2134" actId="20577"/>
          <ac:spMkLst>
            <pc:docMk/>
            <pc:sldMk cId="2431784244" sldId="2147472702"/>
            <ac:spMk id="48" creationId="{8DA8D8D0-F283-A9D9-97CC-366071B9C643}"/>
          </ac:spMkLst>
        </pc:spChg>
        <pc:spChg chg="mod">
          <ac:chgData name="Eleonora Gabriele" userId="d335f965-891d-4b2d-a370-f9490dd53ed8" providerId="ADAL" clId="{8A62EF28-A35C-4C74-98B6-5B8526CC6070}" dt="2026-07-02T06:02:31.021" v="2130" actId="20577"/>
          <ac:spMkLst>
            <pc:docMk/>
            <pc:sldMk cId="2431784244" sldId="2147472702"/>
            <ac:spMk id="50" creationId="{58F38D6D-C676-6120-BD8C-5B55269E4279}"/>
          </ac:spMkLst>
        </pc:spChg>
        <pc:spChg chg="mod">
          <ac:chgData name="Eleonora Gabriele" userId="d335f965-891d-4b2d-a370-f9490dd53ed8" providerId="ADAL" clId="{8A62EF28-A35C-4C74-98B6-5B8526CC6070}" dt="2026-07-02T06:02:33.638" v="2131" actId="20577"/>
          <ac:spMkLst>
            <pc:docMk/>
            <pc:sldMk cId="2431784244" sldId="2147472702"/>
            <ac:spMk id="54" creationId="{0EB35D43-800F-4933-DB6B-83F6D160C8E6}"/>
          </ac:spMkLst>
        </pc:spChg>
        <pc:spChg chg="mod">
          <ac:chgData name="Eleonora Gabriele" userId="d335f965-891d-4b2d-a370-f9490dd53ed8" providerId="ADAL" clId="{8A62EF28-A35C-4C74-98B6-5B8526CC6070}" dt="2026-07-02T05:55:36.093" v="1955" actId="20577"/>
          <ac:spMkLst>
            <pc:docMk/>
            <pc:sldMk cId="2431784244" sldId="2147472702"/>
            <ac:spMk id="56" creationId="{0120763A-DD08-DFBD-15A0-BB142BFAB432}"/>
          </ac:spMkLst>
        </pc:spChg>
        <pc:spChg chg="mod">
          <ac:chgData name="Eleonora Gabriele" userId="d335f965-891d-4b2d-a370-f9490dd53ed8" providerId="ADAL" clId="{8A62EF28-A35C-4C74-98B6-5B8526CC6070}" dt="2026-07-01T12:40:00.977" v="1885" actId="20577"/>
          <ac:spMkLst>
            <pc:docMk/>
            <pc:sldMk cId="2431784244" sldId="2147472702"/>
            <ac:spMk id="58" creationId="{9A6AA46F-D463-753F-AD9B-884AC7AF3030}"/>
          </ac:spMkLst>
        </pc:spChg>
        <pc:spChg chg="mod">
          <ac:chgData name="Eleonora Gabriele" userId="d335f965-891d-4b2d-a370-f9490dd53ed8" providerId="ADAL" clId="{8A62EF28-A35C-4C74-98B6-5B8526CC6070}" dt="2026-07-02T05:56:14.662" v="1964" actId="20577"/>
          <ac:spMkLst>
            <pc:docMk/>
            <pc:sldMk cId="2431784244" sldId="2147472702"/>
            <ac:spMk id="60" creationId="{9FCFED5F-9B20-1324-733F-00C3CA3ACCC1}"/>
          </ac:spMkLst>
        </pc:spChg>
        <pc:spChg chg="mod">
          <ac:chgData name="Eleonora Gabriele" userId="d335f965-891d-4b2d-a370-f9490dd53ed8" providerId="ADAL" clId="{8A62EF28-A35C-4C74-98B6-5B8526CC6070}" dt="2026-07-02T05:56:17.711" v="1965" actId="20577"/>
          <ac:spMkLst>
            <pc:docMk/>
            <pc:sldMk cId="2431784244" sldId="2147472702"/>
            <ac:spMk id="64" creationId="{39027B3F-AEB4-BB44-F502-016DF8A060BD}"/>
          </ac:spMkLst>
        </pc:spChg>
        <pc:spChg chg="mod">
          <ac:chgData name="Eleonora Gabriele" userId="d335f965-891d-4b2d-a370-f9490dd53ed8" providerId="ADAL" clId="{8A62EF28-A35C-4C74-98B6-5B8526CC6070}" dt="2026-07-02T05:56:27.198" v="1979" actId="20577"/>
          <ac:spMkLst>
            <pc:docMk/>
            <pc:sldMk cId="2431784244" sldId="2147472702"/>
            <ac:spMk id="66" creationId="{33F4E535-013F-0431-72B8-C9E25F6F473D}"/>
          </ac:spMkLst>
        </pc:spChg>
        <pc:spChg chg="mod">
          <ac:chgData name="Eleonora Gabriele" userId="d335f965-891d-4b2d-a370-f9490dd53ed8" providerId="ADAL" clId="{8A62EF28-A35C-4C74-98B6-5B8526CC6070}" dt="2026-07-02T05:56:56.358" v="2016" actId="20577"/>
          <ac:spMkLst>
            <pc:docMk/>
            <pc:sldMk cId="2431784244" sldId="2147472702"/>
            <ac:spMk id="68" creationId="{80FC5583-0A33-D433-F359-0824C5CD8C86}"/>
          </ac:spMkLst>
        </pc:spChg>
        <pc:spChg chg="mod">
          <ac:chgData name="Eleonora Gabriele" userId="d335f965-891d-4b2d-a370-f9490dd53ed8" providerId="ADAL" clId="{8A62EF28-A35C-4C74-98B6-5B8526CC6070}" dt="2026-07-02T05:57:06.310" v="2017" actId="20577"/>
          <ac:spMkLst>
            <pc:docMk/>
            <pc:sldMk cId="2431784244" sldId="2147472702"/>
            <ac:spMk id="70" creationId="{7A100AA3-B3E9-AFB4-785D-676507B73710}"/>
          </ac:spMkLst>
        </pc:spChg>
        <pc:spChg chg="mod">
          <ac:chgData name="Eleonora Gabriele" userId="d335f965-891d-4b2d-a370-f9490dd53ed8" providerId="ADAL" clId="{8A62EF28-A35C-4C74-98B6-5B8526CC6070}" dt="2026-07-02T05:57:09.784" v="2018" actId="20577"/>
          <ac:spMkLst>
            <pc:docMk/>
            <pc:sldMk cId="2431784244" sldId="2147472702"/>
            <ac:spMk id="74" creationId="{FF35BFCC-7AB7-D9A9-07DB-A0FC7F629B1E}"/>
          </ac:spMkLst>
        </pc:spChg>
        <pc:spChg chg="mod">
          <ac:chgData name="Eleonora Gabriele" userId="d335f965-891d-4b2d-a370-f9490dd53ed8" providerId="ADAL" clId="{8A62EF28-A35C-4C74-98B6-5B8526CC6070}" dt="2026-07-02T05:56:35.238" v="1993" actId="20577"/>
          <ac:spMkLst>
            <pc:docMk/>
            <pc:sldMk cId="2431784244" sldId="2147472702"/>
            <ac:spMk id="76" creationId="{19310811-8FB2-2A23-BAF1-F7D0EEFCC18E}"/>
          </ac:spMkLst>
        </pc:spChg>
        <pc:spChg chg="mod">
          <ac:chgData name="Eleonora Gabriele" userId="d335f965-891d-4b2d-a370-f9490dd53ed8" providerId="ADAL" clId="{8A62EF28-A35C-4C74-98B6-5B8526CC6070}" dt="2026-07-02T05:57:29.921" v="2023" actId="20577"/>
          <ac:spMkLst>
            <pc:docMk/>
            <pc:sldMk cId="2431784244" sldId="2147472702"/>
            <ac:spMk id="80" creationId="{890CBD71-79F5-15B9-84ED-FB5BDD800643}"/>
          </ac:spMkLst>
        </pc:spChg>
        <pc:spChg chg="mod">
          <ac:chgData name="Eleonora Gabriele" userId="d335f965-891d-4b2d-a370-f9490dd53ed8" providerId="ADAL" clId="{8A62EF28-A35C-4C74-98B6-5B8526CC6070}" dt="2026-07-02T05:57:33.115" v="2024" actId="20577"/>
          <ac:spMkLst>
            <pc:docMk/>
            <pc:sldMk cId="2431784244" sldId="2147472702"/>
            <ac:spMk id="84" creationId="{BE7D40E9-5B45-73F9-6E07-D52A58E18272}"/>
          </ac:spMkLst>
        </pc:spChg>
        <pc:spChg chg="del">
          <ac:chgData name="Eleonora Gabriele" userId="d335f965-891d-4b2d-a370-f9490dd53ed8" providerId="ADAL" clId="{8A62EF28-A35C-4C74-98B6-5B8526CC6070}" dt="2026-07-02T05:57:43.871" v="2028" actId="478"/>
          <ac:spMkLst>
            <pc:docMk/>
            <pc:sldMk cId="2431784244" sldId="2147472702"/>
            <ac:spMk id="92" creationId="{86CB048E-2A93-7936-CB9A-B2F1AD7F3965}"/>
          </ac:spMkLst>
        </pc:spChg>
        <pc:spChg chg="mod">
          <ac:chgData name="Eleonora Gabriele" userId="d335f965-891d-4b2d-a370-f9490dd53ed8" providerId="ADAL" clId="{8A62EF28-A35C-4C74-98B6-5B8526CC6070}" dt="2026-07-02T05:54:09.510" v="1922" actId="20577"/>
          <ac:spMkLst>
            <pc:docMk/>
            <pc:sldMk cId="2431784244" sldId="2147472702"/>
            <ac:spMk id="96" creationId="{B8D15C26-2CF0-424A-909B-7611C29F053D}"/>
          </ac:spMkLst>
        </pc:spChg>
        <pc:spChg chg="mod">
          <ac:chgData name="Eleonora Gabriele" userId="d335f965-891d-4b2d-a370-f9490dd53ed8" providerId="ADAL" clId="{8A62EF28-A35C-4C74-98B6-5B8526CC6070}" dt="2026-07-02T06:00:27.475" v="2077" actId="20577"/>
          <ac:spMkLst>
            <pc:docMk/>
            <pc:sldMk cId="2431784244" sldId="2147472702"/>
            <ac:spMk id="98" creationId="{47478634-A389-105C-FDBF-92A6A4CDC765}"/>
          </ac:spMkLst>
        </pc:spChg>
      </pc:sldChg>
      <pc:sldChg chg="addSp delSp modSp mod">
        <pc:chgData name="Eleonora Gabriele" userId="d335f965-891d-4b2d-a370-f9490dd53ed8" providerId="ADAL" clId="{8A62EF28-A35C-4C74-98B6-5B8526CC6070}" dt="2026-07-01T12:36:26.925" v="1825" actId="20577"/>
        <pc:sldMkLst>
          <pc:docMk/>
          <pc:sldMk cId="3473824595" sldId="2147472703"/>
        </pc:sldMkLst>
        <pc:spChg chg="mod">
          <ac:chgData name="Eleonora Gabriele" userId="d335f965-891d-4b2d-a370-f9490dd53ed8" providerId="ADAL" clId="{8A62EF28-A35C-4C74-98B6-5B8526CC6070}" dt="2026-07-01T10:33:53.795" v="1664" actId="20577"/>
          <ac:spMkLst>
            <pc:docMk/>
            <pc:sldMk cId="3473824595" sldId="2147472703"/>
            <ac:spMk id="3" creationId="{50278CF8-16C5-A823-F937-36CC92DD591E}"/>
          </ac:spMkLst>
        </pc:spChg>
        <pc:spChg chg="mod">
          <ac:chgData name="Eleonora Gabriele" userId="d335f965-891d-4b2d-a370-f9490dd53ed8" providerId="ADAL" clId="{8A62EF28-A35C-4C74-98B6-5B8526CC6070}" dt="2026-07-01T10:17:05.322" v="1562" actId="20577"/>
          <ac:spMkLst>
            <pc:docMk/>
            <pc:sldMk cId="3473824595" sldId="2147472703"/>
            <ac:spMk id="5" creationId="{07F8F118-28CC-E29E-E893-D1E0A8EE99B2}"/>
          </ac:spMkLst>
        </pc:spChg>
        <pc:spChg chg="mod">
          <ac:chgData name="Eleonora Gabriele" userId="d335f965-891d-4b2d-a370-f9490dd53ed8" providerId="ADAL" clId="{8A62EF28-A35C-4C74-98B6-5B8526CC6070}" dt="2026-07-01T12:36:26.925" v="1825" actId="20577"/>
          <ac:spMkLst>
            <pc:docMk/>
            <pc:sldMk cId="3473824595" sldId="2147472703"/>
            <ac:spMk id="6" creationId="{705AF648-0271-473F-3812-998C34E2DCEE}"/>
          </ac:spMkLst>
        </pc:spChg>
        <pc:picChg chg="add mod">
          <ac:chgData name="Eleonora Gabriele" userId="d335f965-891d-4b2d-a370-f9490dd53ed8" providerId="ADAL" clId="{8A62EF28-A35C-4C74-98B6-5B8526CC6070}" dt="2026-07-01T10:16:48.392" v="1557" actId="1076"/>
          <ac:picMkLst>
            <pc:docMk/>
            <pc:sldMk cId="3473824595" sldId="2147472703"/>
            <ac:picMk id="4" creationId="{99C3721C-863A-47F6-750C-605AF9FCF7AB}"/>
          </ac:picMkLst>
        </pc:picChg>
        <pc:picChg chg="add del mod">
          <ac:chgData name="Eleonora Gabriele" userId="d335f965-891d-4b2d-a370-f9490dd53ed8" providerId="ADAL" clId="{8A62EF28-A35C-4C74-98B6-5B8526CC6070}" dt="2026-07-01T10:16:29.244" v="1554" actId="478"/>
          <ac:picMkLst>
            <pc:docMk/>
            <pc:sldMk cId="3473824595" sldId="2147472703"/>
            <ac:picMk id="10" creationId="{8B62883C-F0E3-1138-F220-0D7919F1A20E}"/>
          </ac:picMkLst>
        </pc:picChg>
      </pc:sldChg>
      <pc:sldChg chg="addSp delSp modSp mod">
        <pc:chgData name="Eleonora Gabriele" userId="d335f965-891d-4b2d-a370-f9490dd53ed8" providerId="ADAL" clId="{8A62EF28-A35C-4C74-98B6-5B8526CC6070}" dt="2026-07-01T10:34:04.142" v="1669" actId="20577"/>
        <pc:sldMkLst>
          <pc:docMk/>
          <pc:sldMk cId="2491910185" sldId="2147472704"/>
        </pc:sldMkLst>
        <pc:spChg chg="mod">
          <ac:chgData name="Eleonora Gabriele" userId="d335f965-891d-4b2d-a370-f9490dd53ed8" providerId="ADAL" clId="{8A62EF28-A35C-4C74-98B6-5B8526CC6070}" dt="2026-07-01T10:34:04.142" v="1669" actId="20577"/>
          <ac:spMkLst>
            <pc:docMk/>
            <pc:sldMk cId="2491910185" sldId="2147472704"/>
            <ac:spMk id="5" creationId="{8D7E2448-BC94-0AE2-0816-F4F2E900581C}"/>
          </ac:spMkLst>
        </pc:spChg>
        <pc:spChg chg="add del mod">
          <ac:chgData name="Eleonora Gabriele" userId="d335f965-891d-4b2d-a370-f9490dd53ed8" providerId="ADAL" clId="{8A62EF28-A35C-4C74-98B6-5B8526CC6070}" dt="2026-07-01T09:15:06.839" v="1357" actId="478"/>
          <ac:spMkLst>
            <pc:docMk/>
            <pc:sldMk cId="2491910185" sldId="2147472704"/>
            <ac:spMk id="9" creationId="{69EB2AB4-AE35-8194-761F-9825ED60F649}"/>
          </ac:spMkLst>
        </pc:spChg>
        <pc:picChg chg="add del mod">
          <ac:chgData name="Eleonora Gabriele" userId="d335f965-891d-4b2d-a370-f9490dd53ed8" providerId="ADAL" clId="{8A62EF28-A35C-4C74-98B6-5B8526CC6070}" dt="2026-07-01T09:14:21.941" v="1346" actId="478"/>
          <ac:picMkLst>
            <pc:docMk/>
            <pc:sldMk cId="2491910185" sldId="2147472704"/>
            <ac:picMk id="3" creationId="{09987633-36C2-3753-83B8-ED551128DA63}"/>
          </ac:picMkLst>
        </pc:picChg>
        <pc:picChg chg="add mod">
          <ac:chgData name="Eleonora Gabriele" userId="d335f965-891d-4b2d-a370-f9490dd53ed8" providerId="ADAL" clId="{8A62EF28-A35C-4C74-98B6-5B8526CC6070}" dt="2026-07-01T09:14:48.355" v="1354" actId="1076"/>
          <ac:picMkLst>
            <pc:docMk/>
            <pc:sldMk cId="2491910185" sldId="2147472704"/>
            <ac:picMk id="4" creationId="{535304E3-6FCD-A235-8880-2C360C84039F}"/>
          </ac:picMkLst>
        </pc:picChg>
        <pc:picChg chg="add mod">
          <ac:chgData name="Eleonora Gabriele" userId="d335f965-891d-4b2d-a370-f9490dd53ed8" providerId="ADAL" clId="{8A62EF28-A35C-4C74-98B6-5B8526CC6070}" dt="2026-07-01T09:14:51.566" v="1356" actId="1076"/>
          <ac:picMkLst>
            <pc:docMk/>
            <pc:sldMk cId="2491910185" sldId="2147472704"/>
            <ac:picMk id="7" creationId="{2B1FAA21-BB89-8A3C-93F7-03E94576B738}"/>
          </ac:picMkLst>
        </pc:picChg>
        <pc:picChg chg="add del mod">
          <ac:chgData name="Eleonora Gabriele" userId="d335f965-891d-4b2d-a370-f9490dd53ed8" providerId="ADAL" clId="{8A62EF28-A35C-4C74-98B6-5B8526CC6070}" dt="2026-07-01T09:14:42.208" v="1350" actId="478"/>
          <ac:picMkLst>
            <pc:docMk/>
            <pc:sldMk cId="2491910185" sldId="2147472704"/>
            <ac:picMk id="8" creationId="{92B7525B-CB41-6A16-1394-20DB33FDE072}"/>
          </ac:picMkLst>
        </pc:pic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189DFD1-80CE-C595-2D99-5535A1A693F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E5A3895-8D29-618C-0600-09681165658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5FF014-D3FE-48ED-92E9-36CB616CA3D3}" type="datetimeFigureOut">
              <a:rPr lang="es-ES" smtClean="0"/>
              <a:t>01/07/2026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4D8C726-95E2-13BD-4C3A-620FA3354BE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7B068D-57B1-70B3-3CD0-1075CFD1E75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5CFDBF-CE27-4B73-8B5A-1A5FD8EDDF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72056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C385BE-D503-4D88-B7E4-35E30E25B8EB}" type="datetimeFigureOut">
              <a:t>01/07/2026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0E19D3-69FC-47BA-8E59-2386F9B9AD24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78997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>
          <a:extLst>
            <a:ext uri="{FF2B5EF4-FFF2-40B4-BE49-F238E27FC236}">
              <a16:creationId xmlns:a16="http://schemas.microsoft.com/office/drawing/2014/main" id="{C8C9F222-8323-F85A-FAD2-B486AE8B3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16569a20cc_2_363:notes">
            <a:extLst>
              <a:ext uri="{FF2B5EF4-FFF2-40B4-BE49-F238E27FC236}">
                <a16:creationId xmlns:a16="http://schemas.microsoft.com/office/drawing/2014/main" id="{C33E9331-91F8-D7DD-5781-46EBAFED12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g316569a20cc_2_363:notes">
            <a:extLst>
              <a:ext uri="{FF2B5EF4-FFF2-40B4-BE49-F238E27FC236}">
                <a16:creationId xmlns:a16="http://schemas.microsoft.com/office/drawing/2014/main" id="{679A277B-C7D7-75FE-24AD-CF17F23CD8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97294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>
          <a:extLst>
            <a:ext uri="{FF2B5EF4-FFF2-40B4-BE49-F238E27FC236}">
              <a16:creationId xmlns:a16="http://schemas.microsoft.com/office/drawing/2014/main" id="{39F11C88-2D5C-C742-DD43-3AA36B4A8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16569a20cc_2_363:notes">
            <a:extLst>
              <a:ext uri="{FF2B5EF4-FFF2-40B4-BE49-F238E27FC236}">
                <a16:creationId xmlns:a16="http://schemas.microsoft.com/office/drawing/2014/main" id="{515EC30C-F6D2-7A4A-6EE9-EC3A3D7DC5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g316569a20cc_2_363:notes">
            <a:extLst>
              <a:ext uri="{FF2B5EF4-FFF2-40B4-BE49-F238E27FC236}">
                <a16:creationId xmlns:a16="http://schemas.microsoft.com/office/drawing/2014/main" id="{5DD136BB-F925-9A36-1CC5-E1D3DFA89A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995357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>
          <a:extLst>
            <a:ext uri="{FF2B5EF4-FFF2-40B4-BE49-F238E27FC236}">
              <a16:creationId xmlns:a16="http://schemas.microsoft.com/office/drawing/2014/main" id="{E5ECEB6B-BB97-A56E-820F-B4CA0C14A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16569a20cc_2_363:notes">
            <a:extLst>
              <a:ext uri="{FF2B5EF4-FFF2-40B4-BE49-F238E27FC236}">
                <a16:creationId xmlns:a16="http://schemas.microsoft.com/office/drawing/2014/main" id="{4C719895-0A5C-89B0-5754-E68B63C7BB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g316569a20cc_2_363:notes">
            <a:extLst>
              <a:ext uri="{FF2B5EF4-FFF2-40B4-BE49-F238E27FC236}">
                <a16:creationId xmlns:a16="http://schemas.microsoft.com/office/drawing/2014/main" id="{45A6DA90-6E31-331A-7A89-41CD41D37F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964206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>
          <a:extLst>
            <a:ext uri="{FF2B5EF4-FFF2-40B4-BE49-F238E27FC236}">
              <a16:creationId xmlns:a16="http://schemas.microsoft.com/office/drawing/2014/main" id="{6C8E6894-1902-B7D8-3419-54828E72C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16569a20cc_2_363:notes">
            <a:extLst>
              <a:ext uri="{FF2B5EF4-FFF2-40B4-BE49-F238E27FC236}">
                <a16:creationId xmlns:a16="http://schemas.microsoft.com/office/drawing/2014/main" id="{DDB42E28-C57B-B742-5403-0F46E77935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g316569a20cc_2_363:notes">
            <a:extLst>
              <a:ext uri="{FF2B5EF4-FFF2-40B4-BE49-F238E27FC236}">
                <a16:creationId xmlns:a16="http://schemas.microsoft.com/office/drawing/2014/main" id="{3A863FF3-B78F-EB99-F219-0661D51EDD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25182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>
          <a:extLst>
            <a:ext uri="{FF2B5EF4-FFF2-40B4-BE49-F238E27FC236}">
              <a16:creationId xmlns:a16="http://schemas.microsoft.com/office/drawing/2014/main" id="{CB4E4E25-5E11-B1C4-5C8F-E208ADCF9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16569a20cc_2_363:notes">
            <a:extLst>
              <a:ext uri="{FF2B5EF4-FFF2-40B4-BE49-F238E27FC236}">
                <a16:creationId xmlns:a16="http://schemas.microsoft.com/office/drawing/2014/main" id="{FBFDBDEA-2E9B-1860-D4E5-03E6AABD7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g316569a20cc_2_363:notes">
            <a:extLst>
              <a:ext uri="{FF2B5EF4-FFF2-40B4-BE49-F238E27FC236}">
                <a16:creationId xmlns:a16="http://schemas.microsoft.com/office/drawing/2014/main" id="{4FD79209-2D76-CD21-F078-F05B0FCFE0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698844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>
          <a:extLst>
            <a:ext uri="{FF2B5EF4-FFF2-40B4-BE49-F238E27FC236}">
              <a16:creationId xmlns:a16="http://schemas.microsoft.com/office/drawing/2014/main" id="{8CC8F4E8-6866-A990-C1A8-18640D45D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16569a20cc_2_363:notes">
            <a:extLst>
              <a:ext uri="{FF2B5EF4-FFF2-40B4-BE49-F238E27FC236}">
                <a16:creationId xmlns:a16="http://schemas.microsoft.com/office/drawing/2014/main" id="{0F72098F-60F8-E83E-0576-93D1187C57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g316569a20cc_2_363:notes">
            <a:extLst>
              <a:ext uri="{FF2B5EF4-FFF2-40B4-BE49-F238E27FC236}">
                <a16:creationId xmlns:a16="http://schemas.microsoft.com/office/drawing/2014/main" id="{62DB26AB-AAE5-36F6-EC15-F960F87B9D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395057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>
          <a:extLst>
            <a:ext uri="{FF2B5EF4-FFF2-40B4-BE49-F238E27FC236}">
              <a16:creationId xmlns:a16="http://schemas.microsoft.com/office/drawing/2014/main" id="{C3B27006-2793-3444-34C6-4E5F217D2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16569a20cc_2_363:notes">
            <a:extLst>
              <a:ext uri="{FF2B5EF4-FFF2-40B4-BE49-F238E27FC236}">
                <a16:creationId xmlns:a16="http://schemas.microsoft.com/office/drawing/2014/main" id="{FF510256-FEF9-4B21-7512-AF524D6867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g316569a20cc_2_363:notes">
            <a:extLst>
              <a:ext uri="{FF2B5EF4-FFF2-40B4-BE49-F238E27FC236}">
                <a16:creationId xmlns:a16="http://schemas.microsoft.com/office/drawing/2014/main" id="{4752A089-52D3-AE9C-1299-5E254432C7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53474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>
          <a:extLst>
            <a:ext uri="{FF2B5EF4-FFF2-40B4-BE49-F238E27FC236}">
              <a16:creationId xmlns:a16="http://schemas.microsoft.com/office/drawing/2014/main" id="{D70888D2-1B49-1896-007A-6C4A11C50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16569a20cc_2_363:notes">
            <a:extLst>
              <a:ext uri="{FF2B5EF4-FFF2-40B4-BE49-F238E27FC236}">
                <a16:creationId xmlns:a16="http://schemas.microsoft.com/office/drawing/2014/main" id="{E7491E11-4313-A843-666E-D3D6373C91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g316569a20cc_2_363:notes">
            <a:extLst>
              <a:ext uri="{FF2B5EF4-FFF2-40B4-BE49-F238E27FC236}">
                <a16:creationId xmlns:a16="http://schemas.microsoft.com/office/drawing/2014/main" id="{5B7677F7-2465-42E5-9E9D-998AF9EE31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470222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>
          <a:extLst>
            <a:ext uri="{FF2B5EF4-FFF2-40B4-BE49-F238E27FC236}">
              <a16:creationId xmlns:a16="http://schemas.microsoft.com/office/drawing/2014/main" id="{ED28CFAC-A444-1EEC-C261-11382C28E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16569a20cc_2_363:notes">
            <a:extLst>
              <a:ext uri="{FF2B5EF4-FFF2-40B4-BE49-F238E27FC236}">
                <a16:creationId xmlns:a16="http://schemas.microsoft.com/office/drawing/2014/main" id="{D401630B-AE97-C5A2-AF61-CC959DEFE0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g316569a20cc_2_363:notes">
            <a:extLst>
              <a:ext uri="{FF2B5EF4-FFF2-40B4-BE49-F238E27FC236}">
                <a16:creationId xmlns:a16="http://schemas.microsoft.com/office/drawing/2014/main" id="{A0AB00F0-FEDB-0D84-0AA5-32C75C1A49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2569891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01/07/2026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61DD770-AD20-F7BE-0410-3FF8F99A3CA6}"/>
              </a:ext>
            </a:extLst>
          </p:cNvPr>
          <p:cNvSpPr/>
          <p:nvPr userDrawn="1"/>
        </p:nvSpPr>
        <p:spPr>
          <a:xfrm>
            <a:off x="0" y="-104503"/>
            <a:ext cx="12192000" cy="6962503"/>
          </a:xfrm>
          <a:prstGeom prst="rect">
            <a:avLst/>
          </a:prstGeom>
          <a:solidFill>
            <a:srgbClr val="EBEB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01/07/2026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01/07/2026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01/07/2026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01/07/2026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01/07/2026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01/07/2026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01/07/2026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01/07/2026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01/07/2026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01/07/2026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07885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85EFAA64-0ADC-F64D-A0BE-A19F0F57D94C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86973" y="3837382"/>
            <a:ext cx="1872342" cy="2120577"/>
          </a:xfrm>
          <a:prstGeom prst="rect">
            <a:avLst/>
          </a:prstGeo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Image Here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0C51897F-7952-1244-A712-DA95E0662B9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772783" y="3837382"/>
            <a:ext cx="1872342" cy="2120577"/>
          </a:xfrm>
          <a:prstGeom prst="rect">
            <a:avLst/>
          </a:prstGeo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Image Here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29DEBFB8-1C36-FA49-8B69-F594C07EC0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77945" y="3837382"/>
            <a:ext cx="1872342" cy="2120577"/>
          </a:xfrm>
          <a:prstGeom prst="rect">
            <a:avLst/>
          </a:prstGeo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Image Here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E0AA6C40-0455-095E-EC2C-08BA2C951D2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EB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9843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FBEA019-00D2-10D0-AA52-596B0CACD6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EB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68EF5767-4498-1D41-90A7-CBE4796B905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4482" y="3837382"/>
            <a:ext cx="1872342" cy="2120577"/>
          </a:xfrm>
          <a:prstGeom prst="rect">
            <a:avLst/>
          </a:prstGeo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Image Here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7EA3B74-CFA8-3B45-9524-8974711DF6E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062068" y="3837382"/>
            <a:ext cx="1872342" cy="2120577"/>
          </a:xfrm>
          <a:prstGeom prst="rect">
            <a:avLst/>
          </a:prstGeo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Image Here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C866A67E-B41E-5B4B-9F83-47B220ABA9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863845" y="3837382"/>
            <a:ext cx="1872342" cy="2120577"/>
          </a:xfrm>
          <a:prstGeom prst="rect">
            <a:avLst/>
          </a:prstGeo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Image Here</a:t>
            </a:r>
          </a:p>
        </p:txBody>
      </p:sp>
    </p:spTree>
    <p:extLst>
      <p:ext uri="{BB962C8B-B14F-4D97-AF65-F5344CB8AC3E}">
        <p14:creationId xmlns:p14="http://schemas.microsoft.com/office/powerpoint/2010/main" val="22651782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>
            <a:extLst>
              <a:ext uri="{FF2B5EF4-FFF2-40B4-BE49-F238E27FC236}">
                <a16:creationId xmlns:a16="http://schemas.microsoft.com/office/drawing/2014/main" id="{8F6C4E8D-2924-0D54-340B-76AAED9FB48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EB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BC19C1-622B-4255-9E9D-C6ABA541B23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653111" y="2691265"/>
            <a:ext cx="3558168" cy="1063625"/>
          </a:xfrm>
          <a:prstGeom prst="round2SameRect">
            <a:avLst>
              <a:gd name="adj1" fmla="val 21443"/>
              <a:gd name="adj2" fmla="val 11642"/>
            </a:avLst>
          </a:prstGeom>
          <a:solidFill>
            <a:schemeClr val="bg1">
              <a:lumMod val="65000"/>
              <a:alpha val="10000"/>
            </a:schemeClr>
          </a:solidFill>
          <a:ln w="127000">
            <a:noFill/>
          </a:ln>
          <a:effectLst/>
        </p:spPr>
        <p:txBody>
          <a:bodyPr wrap="square">
            <a:noAutofit/>
          </a:bodyPr>
          <a:lstStyle>
            <a:lvl1pPr marL="0" indent="0">
              <a:buNone/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150"/>
              <a:t>Image placeholder</a:t>
            </a:r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A83CFCE-BDC4-44F3-AEB5-A91FE3C4482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980723" y="4641850"/>
            <a:ext cx="3558168" cy="1063625"/>
          </a:xfrm>
          <a:prstGeom prst="round2SameRect">
            <a:avLst>
              <a:gd name="adj1" fmla="val 21443"/>
              <a:gd name="adj2" fmla="val 11642"/>
            </a:avLst>
          </a:prstGeom>
          <a:solidFill>
            <a:schemeClr val="bg1">
              <a:lumMod val="65000"/>
              <a:alpha val="10000"/>
            </a:schemeClr>
          </a:solidFill>
          <a:ln w="127000">
            <a:noFill/>
          </a:ln>
          <a:effectLst/>
        </p:spPr>
        <p:txBody>
          <a:bodyPr wrap="square">
            <a:noAutofit/>
          </a:bodyPr>
          <a:lstStyle>
            <a:lvl1pPr marL="0" indent="0">
              <a:buNone/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150"/>
              <a:t>Image placeholder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4423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713411D-A42D-4927-886F-D4EBB28CD2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5734" y="0"/>
            <a:ext cx="5520266" cy="3981450"/>
          </a:xfrm>
          <a:custGeom>
            <a:avLst/>
            <a:gdLst>
              <a:gd name="connsiteX0" fmla="*/ 0 w 8280399"/>
              <a:gd name="connsiteY0" fmla="*/ 0 h 5149850"/>
              <a:gd name="connsiteX1" fmla="*/ 8280399 w 8280399"/>
              <a:gd name="connsiteY1" fmla="*/ 0 h 5149850"/>
              <a:gd name="connsiteX2" fmla="*/ 8280399 w 8280399"/>
              <a:gd name="connsiteY2" fmla="*/ 5149850 h 5149850"/>
              <a:gd name="connsiteX3" fmla="*/ 0 w 8280399"/>
              <a:gd name="connsiteY3" fmla="*/ 5149850 h 5149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80399" h="5149850">
                <a:moveTo>
                  <a:pt x="0" y="0"/>
                </a:moveTo>
                <a:lnTo>
                  <a:pt x="8280399" y="0"/>
                </a:lnTo>
                <a:lnTo>
                  <a:pt x="8280399" y="5149850"/>
                </a:lnTo>
                <a:lnTo>
                  <a:pt x="0" y="5149850"/>
                </a:lnTo>
                <a:close/>
              </a:path>
            </a:pathLst>
          </a:custGeom>
          <a:ln>
            <a:noFill/>
          </a:ln>
        </p:spPr>
        <p:txBody>
          <a:bodyPr wrap="square">
            <a:noAutofit/>
          </a:bodyPr>
          <a:lstStyle>
            <a:lvl1pPr>
              <a:defRPr sz="1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ID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DABEFC8-D771-4F7C-8AD0-431CC9B8E80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969587" y="3836985"/>
            <a:ext cx="2440093" cy="2279784"/>
          </a:xfrm>
          <a:custGeom>
            <a:avLst/>
            <a:gdLst>
              <a:gd name="connsiteX0" fmla="*/ 0 w 4279900"/>
              <a:gd name="connsiteY0" fmla="*/ 0 h 3998718"/>
              <a:gd name="connsiteX1" fmla="*/ 4279900 w 4279900"/>
              <a:gd name="connsiteY1" fmla="*/ 0 h 3998718"/>
              <a:gd name="connsiteX2" fmla="*/ 4279900 w 4279900"/>
              <a:gd name="connsiteY2" fmla="*/ 3998718 h 3998718"/>
              <a:gd name="connsiteX3" fmla="*/ 0 w 4279900"/>
              <a:gd name="connsiteY3" fmla="*/ 3998718 h 3998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79900" h="3998718">
                <a:moveTo>
                  <a:pt x="0" y="0"/>
                </a:moveTo>
                <a:lnTo>
                  <a:pt x="4279900" y="0"/>
                </a:lnTo>
                <a:lnTo>
                  <a:pt x="4279900" y="3998718"/>
                </a:lnTo>
                <a:lnTo>
                  <a:pt x="0" y="3998718"/>
                </a:lnTo>
                <a:close/>
              </a:path>
            </a:pathLst>
          </a:custGeom>
          <a:ln>
            <a:noFill/>
          </a:ln>
        </p:spPr>
        <p:txBody>
          <a:bodyPr wrap="square">
            <a:noAutofit/>
          </a:bodyPr>
          <a:lstStyle>
            <a:lvl1pPr>
              <a:defRPr sz="1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111775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ulo_recuad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texto 35">
            <a:extLst>
              <a:ext uri="{FF2B5EF4-FFF2-40B4-BE49-F238E27FC236}">
                <a16:creationId xmlns:a16="http://schemas.microsoft.com/office/drawing/2014/main" id="{3616E0C3-90C6-4B95-AA5A-56DB18EFB5A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40000" y="360000"/>
            <a:ext cx="10966841" cy="481153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2400" b="1">
                <a:latin typeface="Montserrat" panose="00000500000000000000" pitchFamily="50" charset="0"/>
              </a:defRPr>
            </a:lvl1pPr>
            <a:lvl2pPr marL="457200" indent="0">
              <a:buFontTx/>
              <a:buNone/>
              <a:defRPr sz="1200">
                <a:latin typeface="Montserrat" panose="00000500000000000000" pitchFamily="50" charset="0"/>
              </a:defRPr>
            </a:lvl2pPr>
            <a:lvl3pPr marL="914400" indent="0">
              <a:buFontTx/>
              <a:buNone/>
              <a:defRPr sz="1200">
                <a:latin typeface="Montserrat" panose="00000500000000000000" pitchFamily="50" charset="0"/>
              </a:defRPr>
            </a:lvl3pPr>
            <a:lvl4pPr marL="1371600" indent="0">
              <a:buFontTx/>
              <a:buNone/>
              <a:defRPr sz="1200">
                <a:latin typeface="Montserrat" panose="00000500000000000000" pitchFamily="50" charset="0"/>
              </a:defRPr>
            </a:lvl4pPr>
            <a:lvl5pPr marL="1828800" indent="0">
              <a:buFontTx/>
              <a:buNone/>
              <a:defRPr sz="1200">
                <a:latin typeface="Montserrat" panose="00000500000000000000" pitchFamily="50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3742B7C3-10E9-D5B6-5285-3421DFF31D33}"/>
              </a:ext>
            </a:extLst>
          </p:cNvPr>
          <p:cNvSpPr/>
          <p:nvPr userDrawn="1"/>
        </p:nvSpPr>
        <p:spPr>
          <a:xfrm>
            <a:off x="539998" y="1476725"/>
            <a:ext cx="11243123" cy="471790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s-ES" sz="180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Marcador de texto 35">
            <a:extLst>
              <a:ext uri="{FF2B5EF4-FFF2-40B4-BE49-F238E27FC236}">
                <a16:creationId xmlns:a16="http://schemas.microsoft.com/office/drawing/2014/main" id="{AA5C7552-0A66-3B37-11F1-F1E019E5CC2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9999" y="780515"/>
            <a:ext cx="10966841" cy="481153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800" b="0">
                <a:latin typeface="Montserrat" panose="00000500000000000000" pitchFamily="50" charset="0"/>
              </a:defRPr>
            </a:lvl1pPr>
            <a:lvl2pPr marL="457200" indent="0">
              <a:buFontTx/>
              <a:buNone/>
              <a:defRPr sz="1200">
                <a:latin typeface="Montserrat" panose="00000500000000000000" pitchFamily="50" charset="0"/>
              </a:defRPr>
            </a:lvl2pPr>
            <a:lvl3pPr marL="914400" indent="0">
              <a:buFontTx/>
              <a:buNone/>
              <a:defRPr sz="1200">
                <a:latin typeface="Montserrat" panose="00000500000000000000" pitchFamily="50" charset="0"/>
              </a:defRPr>
            </a:lvl3pPr>
            <a:lvl4pPr marL="1371600" indent="0">
              <a:buFontTx/>
              <a:buNone/>
              <a:defRPr sz="1200">
                <a:latin typeface="Montserrat" panose="00000500000000000000" pitchFamily="50" charset="0"/>
              </a:defRPr>
            </a:lvl4pPr>
            <a:lvl5pPr marL="1828800" indent="0">
              <a:buFontTx/>
              <a:buNone/>
              <a:defRPr sz="1200">
                <a:latin typeface="Montserrat" panose="00000500000000000000" pitchFamily="50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" name="TextBox 52">
            <a:extLst>
              <a:ext uri="{FF2B5EF4-FFF2-40B4-BE49-F238E27FC236}">
                <a16:creationId xmlns:a16="http://schemas.microsoft.com/office/drawing/2014/main" id="{16988E61-7D2B-FE74-7010-55ED24EFCD51}"/>
              </a:ext>
            </a:extLst>
          </p:cNvPr>
          <p:cNvSpPr txBox="1"/>
          <p:nvPr userDrawn="1"/>
        </p:nvSpPr>
        <p:spPr>
          <a:xfrm rot="16200000">
            <a:off x="-1209889" y="3321278"/>
            <a:ext cx="2775583" cy="215444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spc="300">
                <a:solidFill>
                  <a:schemeClr val="bg1"/>
                </a:solidFill>
                <a:latin typeface="Poppins ExtraLight" panose="00000300000000000000" pitchFamily="50" charset="0"/>
                <a:cs typeface="Poppins ExtraLight" panose="00000300000000000000" pitchFamily="50" charset="0"/>
              </a:rPr>
              <a:t>Unique Services Integration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FC61145-1488-74D7-CDCF-71D224810B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39455" y="6336176"/>
            <a:ext cx="251059" cy="39053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6B276A1-55E4-1214-92B0-0142BBD1192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4588" r="15545"/>
          <a:stretch/>
        </p:blipFill>
        <p:spPr>
          <a:xfrm>
            <a:off x="11544489" y="6381448"/>
            <a:ext cx="487057" cy="24939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B7F36E98-DEB0-93D7-B916-CF5081D996A0}"/>
              </a:ext>
            </a:extLst>
          </p:cNvPr>
          <p:cNvSpPr/>
          <p:nvPr userDrawn="1"/>
        </p:nvSpPr>
        <p:spPr>
          <a:xfrm>
            <a:off x="10573706" y="6254743"/>
            <a:ext cx="1524000" cy="478312"/>
          </a:xfrm>
          <a:prstGeom prst="rect">
            <a:avLst/>
          </a:prstGeom>
          <a:solidFill>
            <a:schemeClr val="bg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2981997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01/07/2026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  <p:sldLayoutId id="2147483664" r:id="rId13"/>
    <p:sldLayoutId id="2147483665" r:id="rId14"/>
    <p:sldLayoutId id="2147483666" r:id="rId15"/>
    <p:sldLayoutId id="2147483667" r:id="rId16"/>
    <p:sldLayoutId id="2147483668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7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jpeg"/><Relationship Id="rId6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jpeg"/><Relationship Id="rId6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jpeg"/><Relationship Id="rId6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jpe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jpeg"/><Relationship Id="rId6" Type="http://schemas.openxmlformats.org/officeDocument/2006/relationships/hyperlink" Target="https://malne.es/" TargetMode="External"/><Relationship Id="rId7" Type="http://schemas.openxmlformats.org/officeDocument/2006/relationships/hyperlink" Target="https://malne.es/tienda/" TargetMode="External"/><Relationship Id="rId8" Type="http://schemas.openxmlformats.org/officeDocument/2006/relationships/hyperlink" Target="https://malne.es/categoria/vestidos-malne-diseno-femenino-y-confeccion-artesanal/" TargetMode="External"/><Relationship Id="rId9" Type="http://schemas.openxmlformats.org/officeDocument/2006/relationships/hyperlink" Target="https://malne.es/en/" TargetMode="External"/><Relationship Id="rId10" Type="http://schemas.openxmlformats.org/officeDocument/2006/relationships/hyperlink" Target="https://malne.es/about-us/" TargetMode="External"/><Relationship Id="rId11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jpeg"/><Relationship Id="rId6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jpeg"/><Relationship Id="rId3" Type="http://schemas.openxmlformats.org/officeDocument/2006/relationships/image" Target="../media/image7.jpe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e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15AAFC55-ED93-1619-B590-59D111A4742F}"/>
              </a:ext>
            </a:extLst>
          </p:cNvPr>
          <p:cNvSpPr/>
          <p:nvPr/>
        </p:nvSpPr>
        <p:spPr>
          <a:xfrm>
            <a:off x="-18106" y="2088991"/>
            <a:ext cx="12228212" cy="47690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C4B5E4-DD93-4435-8DE0-5C2A9B9383E3}"/>
              </a:ext>
            </a:extLst>
          </p:cNvPr>
          <p:cNvSpPr/>
          <p:nvPr/>
        </p:nvSpPr>
        <p:spPr>
          <a:xfrm>
            <a:off x="0" y="-104506"/>
            <a:ext cx="12228212" cy="3291843"/>
          </a:xfrm>
          <a:prstGeom prst="rect">
            <a:avLst/>
          </a:prstGeom>
          <a:solidFill>
            <a:srgbClr val="EBEB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Marcador de posición de imagen 9">
            <a:extLst>
              <a:ext uri="{FF2B5EF4-FFF2-40B4-BE49-F238E27FC236}">
                <a16:creationId xmlns:a16="http://schemas.microsoft.com/office/drawing/2014/main" id="{5FE17D63-F5BE-A52C-2395-74084CA5A0B0}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93" t="2244" r="33598" b="3657"/>
          <a:stretch/>
        </p:blipFill>
        <p:spPr>
          <a:xfrm>
            <a:off x="-18106" y="-104504"/>
            <a:ext cx="5987832" cy="6962503"/>
          </a:xfrm>
          <a:custGeom>
            <a:avLst/>
            <a:gdLst>
              <a:gd name="connsiteX0" fmla="*/ 0 w 6579704"/>
              <a:gd name="connsiteY0" fmla="*/ 0 h 4284662"/>
              <a:gd name="connsiteX1" fmla="*/ 6579704 w 6579704"/>
              <a:gd name="connsiteY1" fmla="*/ 0 h 4284662"/>
              <a:gd name="connsiteX2" fmla="*/ 6579704 w 6579704"/>
              <a:gd name="connsiteY2" fmla="*/ 4284662 h 4284662"/>
              <a:gd name="connsiteX3" fmla="*/ 0 w 6579704"/>
              <a:gd name="connsiteY3" fmla="*/ 4284662 h 4284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79704" h="4284662">
                <a:moveTo>
                  <a:pt x="0" y="0"/>
                </a:moveTo>
                <a:lnTo>
                  <a:pt x="6579704" y="0"/>
                </a:lnTo>
                <a:lnTo>
                  <a:pt x="6579704" y="4284662"/>
                </a:lnTo>
                <a:lnTo>
                  <a:pt x="0" y="4284662"/>
                </a:lnTo>
                <a:close/>
              </a:path>
            </a:pathLst>
          </a:custGeom>
          <a:solidFill>
            <a:schemeClr val="bg1">
              <a:lumMod val="75000"/>
              <a:alpha val="70000"/>
            </a:schemeClr>
          </a:solidFill>
        </p:spPr>
      </p:pic>
      <p:pic>
        <p:nvPicPr>
          <p:cNvPr id="8" name="Imagen 7" descr="Imagen que contiene Logotipo  Descripción generada automáticamente">
            <a:extLst>
              <a:ext uri="{FF2B5EF4-FFF2-40B4-BE49-F238E27FC236}">
                <a16:creationId xmlns:a16="http://schemas.microsoft.com/office/drawing/2014/main" id="{21582FEC-5608-94A9-A9E0-8A60FD9C92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2938" y="1019067"/>
            <a:ext cx="3535849" cy="1105524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5AE68509-6E45-A431-EB1D-C4F266DEBC64}"/>
              </a:ext>
            </a:extLst>
          </p:cNvPr>
          <p:cNvSpPr txBox="1"/>
          <p:nvPr/>
        </p:nvSpPr>
        <p:spPr>
          <a:xfrm>
            <a:off x="7491038" y="3846713"/>
            <a:ext cx="3586437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ES" sz="3200">
                <a:latin typeface="Bodoni Moda 11pt"/>
              </a:rPr>
              <a:t>Informe web:</a:t>
            </a:r>
            <a:endParaRPr lang="es-ES">
              <a:latin typeface="Aptos" panose="020B0004020202020204"/>
            </a:endParaRPr>
          </a:p>
          <a:p>
            <a:pPr algn="ctr"/>
            <a:r>
              <a:rPr lang="es-ES" sz="3200" b="1">
                <a:latin typeface="Bodoni Moda 11pt"/>
              </a:rPr>
              <a:t>{{periodo_actual}}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074446E-257F-25B6-7913-7A294879E419}"/>
              </a:ext>
            </a:extLst>
          </p:cNvPr>
          <p:cNvGrpSpPr/>
          <p:nvPr/>
        </p:nvGrpSpPr>
        <p:grpSpPr>
          <a:xfrm>
            <a:off x="9948330" y="5975847"/>
            <a:ext cx="1800914" cy="450674"/>
            <a:chOff x="8892074" y="5887233"/>
            <a:chExt cx="1800914" cy="450674"/>
          </a:xfrm>
        </p:grpSpPr>
        <p:cxnSp>
          <p:nvCxnSpPr>
            <p:cNvPr id="3" name="Conector recto 24">
              <a:extLst>
                <a:ext uri="{FF2B5EF4-FFF2-40B4-BE49-F238E27FC236}">
                  <a16:creationId xmlns:a16="http://schemas.microsoft.com/office/drawing/2014/main" id="{4DF261C2-482F-5B5F-8B36-ACA91C8A9110}"/>
                </a:ext>
              </a:extLst>
            </p:cNvPr>
            <p:cNvCxnSpPr/>
            <p:nvPr/>
          </p:nvCxnSpPr>
          <p:spPr>
            <a:xfrm>
              <a:off x="10080275" y="6027474"/>
              <a:ext cx="0" cy="3104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" name="Imagen 25" descr="Imagen que contiene Logotipo  Descripción generada automáticamente">
              <a:extLst>
                <a:ext uri="{FF2B5EF4-FFF2-40B4-BE49-F238E27FC236}">
                  <a16:creationId xmlns:a16="http://schemas.microsoft.com/office/drawing/2014/main" id="{0B1B8E77-6D9A-9C07-7376-AD0827473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92074" y="5994799"/>
              <a:ext cx="1005009" cy="314228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F11086A-DA65-733E-C2FB-01989AF7BC2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288109" y="5887233"/>
              <a:ext cx="404879" cy="448850"/>
            </a:xfrm>
            <a:prstGeom prst="rect">
              <a:avLst/>
            </a:prstGeom>
          </p:spPr>
        </p:pic>
      </p:grpSp>
      <p:pic>
        <p:nvPicPr>
          <p:cNvPr id="11" name="Picture 4" descr="Logotipo, nombre de la empresa  Descripción generada automáticamente">
            <a:extLst>
              <a:ext uri="{FF2B5EF4-FFF2-40B4-BE49-F238E27FC236}">
                <a16:creationId xmlns:a16="http://schemas.microsoft.com/office/drawing/2014/main" id="{7C954B41-AE07-F89C-11BE-F247352518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9510" y="5887233"/>
            <a:ext cx="571189" cy="627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7827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A3AB9-3ED7-BF1B-2484-F11EB6E47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37754E66-A20A-7501-58F9-AA2486B30A73}"/>
              </a:ext>
            </a:extLst>
          </p:cNvPr>
          <p:cNvSpPr/>
          <p:nvPr/>
        </p:nvSpPr>
        <p:spPr>
          <a:xfrm>
            <a:off x="5748289" y="274801"/>
            <a:ext cx="6011600" cy="6130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5" name="Marcador de posición de imagen 4" descr="Mujer con vestido negro  Descripción generada automáticamente con confianza media">
            <a:extLst>
              <a:ext uri="{FF2B5EF4-FFF2-40B4-BE49-F238E27FC236}">
                <a16:creationId xmlns:a16="http://schemas.microsoft.com/office/drawing/2014/main" id="{969AB102-C46C-58A5-6911-B3F6753A9784}"/>
              </a:ext>
            </a:extLst>
          </p:cNvPr>
          <p:cNvPicPr>
            <a:picLocks noGrp="1"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773" b="31196"/>
          <a:stretch/>
        </p:blipFill>
        <p:spPr>
          <a:xfrm>
            <a:off x="806267" y="-276125"/>
            <a:ext cx="4360295" cy="1672555"/>
          </a:xfrm>
          <a:custGeom>
            <a:avLst/>
            <a:gdLst>
              <a:gd name="connsiteX0" fmla="*/ 0 w 4360295"/>
              <a:gd name="connsiteY0" fmla="*/ 0 h 891251"/>
              <a:gd name="connsiteX1" fmla="*/ 4360295 w 4360295"/>
              <a:gd name="connsiteY1" fmla="*/ 0 h 891251"/>
              <a:gd name="connsiteX2" fmla="*/ 4360295 w 4360295"/>
              <a:gd name="connsiteY2" fmla="*/ 891251 h 891251"/>
              <a:gd name="connsiteX3" fmla="*/ 0 w 4360295"/>
              <a:gd name="connsiteY3" fmla="*/ 891251 h 891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60295" h="891251">
                <a:moveTo>
                  <a:pt x="0" y="0"/>
                </a:moveTo>
                <a:lnTo>
                  <a:pt x="4360295" y="0"/>
                </a:lnTo>
                <a:lnTo>
                  <a:pt x="4360295" y="891251"/>
                </a:lnTo>
                <a:lnTo>
                  <a:pt x="0" y="891251"/>
                </a:lnTo>
                <a:close/>
              </a:path>
            </a:pathLst>
          </a:custGeom>
          <a:solidFill>
            <a:schemeClr val="bg1">
              <a:lumMod val="75000"/>
              <a:alpha val="70000"/>
            </a:schemeClr>
          </a:solidFill>
        </p:spPr>
      </p:pic>
      <p:pic>
        <p:nvPicPr>
          <p:cNvPr id="6" name="Marcador de posición de imagen 14" descr="Una persona con un vestido de flores  Descripción generada automáticamente con confianza media">
            <a:extLst>
              <a:ext uri="{FF2B5EF4-FFF2-40B4-BE49-F238E27FC236}">
                <a16:creationId xmlns:a16="http://schemas.microsoft.com/office/drawing/2014/main" id="{4D47E38E-5B4D-B9DE-3E7D-A093C135B957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81" b="8181"/>
          <a:stretch>
            <a:fillRect/>
          </a:stretch>
        </p:blipFill>
        <p:spPr>
          <a:xfrm>
            <a:off x="806267" y="1567047"/>
            <a:ext cx="4360295" cy="4838739"/>
          </a:xfrm>
          <a:custGeom>
            <a:avLst/>
            <a:gdLst>
              <a:gd name="connsiteX0" fmla="*/ 0 w 4360295"/>
              <a:gd name="connsiteY0" fmla="*/ 0 h 4838739"/>
              <a:gd name="connsiteX1" fmla="*/ 4360295 w 4360295"/>
              <a:gd name="connsiteY1" fmla="*/ 0 h 4838739"/>
              <a:gd name="connsiteX2" fmla="*/ 4360295 w 4360295"/>
              <a:gd name="connsiteY2" fmla="*/ 4838739 h 4838739"/>
              <a:gd name="connsiteX3" fmla="*/ 0 w 4360295"/>
              <a:gd name="connsiteY3" fmla="*/ 4838739 h 4838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60295" h="4838739">
                <a:moveTo>
                  <a:pt x="0" y="0"/>
                </a:moveTo>
                <a:lnTo>
                  <a:pt x="4360295" y="0"/>
                </a:lnTo>
                <a:lnTo>
                  <a:pt x="4360295" y="4838739"/>
                </a:lnTo>
                <a:lnTo>
                  <a:pt x="0" y="4838739"/>
                </a:lnTo>
                <a:close/>
              </a:path>
            </a:pathLst>
          </a:custGeom>
          <a:solidFill>
            <a:schemeClr val="bg1">
              <a:lumMod val="75000"/>
              <a:alpha val="70000"/>
            </a:schemeClr>
          </a:solidFill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E555295-79C6-D943-EB7A-BABA4BA4584F}"/>
              </a:ext>
            </a:extLst>
          </p:cNvPr>
          <p:cNvSpPr txBox="1"/>
          <p:nvPr/>
        </p:nvSpPr>
        <p:spPr>
          <a:xfrm>
            <a:off x="6356625" y="659573"/>
            <a:ext cx="1448858" cy="70788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s-ES" sz="4000" b="1" i="1">
                <a:latin typeface="Bodoni Moda 18pt Medium"/>
              </a:rPr>
              <a:t>Índice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227BFA3-2E05-7FD7-C6EE-00B27ABCCAB3}"/>
              </a:ext>
            </a:extLst>
          </p:cNvPr>
          <p:cNvGrpSpPr/>
          <p:nvPr/>
        </p:nvGrpSpPr>
        <p:grpSpPr>
          <a:xfrm>
            <a:off x="10063818" y="5812244"/>
            <a:ext cx="1352877" cy="338554"/>
            <a:chOff x="8892074" y="5887233"/>
            <a:chExt cx="1800914" cy="450674"/>
          </a:xfrm>
        </p:grpSpPr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B7BEB333-29CF-8386-EFA0-5FC1DB88F71D}"/>
                </a:ext>
              </a:extLst>
            </p:cNvPr>
            <p:cNvCxnSpPr/>
            <p:nvPr/>
          </p:nvCxnSpPr>
          <p:spPr>
            <a:xfrm>
              <a:off x="10080275" y="6027474"/>
              <a:ext cx="0" cy="3104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6" name="Imagen 25" descr="Imagen que contiene Logotipo  Descripción generada automáticamente">
              <a:extLst>
                <a:ext uri="{FF2B5EF4-FFF2-40B4-BE49-F238E27FC236}">
                  <a16:creationId xmlns:a16="http://schemas.microsoft.com/office/drawing/2014/main" id="{0F908F93-71AC-C773-357F-B3C7DBB5CC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92074" y="5994799"/>
              <a:ext cx="1005009" cy="314228"/>
            </a:xfrm>
            <a:prstGeom prst="rect">
              <a:avLst/>
            </a:prstGeom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167E06B-7983-5C46-2B50-ED14A8DF145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288109" y="5887233"/>
              <a:ext cx="404879" cy="448850"/>
            </a:xfrm>
            <a:prstGeom prst="rect">
              <a:avLst/>
            </a:prstGeom>
          </p:spPr>
        </p:pic>
      </p:grpSp>
      <p:pic>
        <p:nvPicPr>
          <p:cNvPr id="10" name="Picture 4" descr="Logotipo, nombre de la empresa  Descripción generada automáticamente">
            <a:extLst>
              <a:ext uri="{FF2B5EF4-FFF2-40B4-BE49-F238E27FC236}">
                <a16:creationId xmlns:a16="http://schemas.microsoft.com/office/drawing/2014/main" id="{EFE114B2-DCA1-EFE5-91E5-9357302D9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5506" y="599472"/>
            <a:ext cx="571189" cy="627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96B5E22B-3F90-770B-9144-12E6AFA440EC}"/>
              </a:ext>
            </a:extLst>
          </p:cNvPr>
          <p:cNvSpPr txBox="1"/>
          <p:nvPr/>
        </p:nvSpPr>
        <p:spPr>
          <a:xfrm>
            <a:off x="8633941" y="2260401"/>
            <a:ext cx="3079261" cy="5945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600" b="1"/>
              <a:t>Tráfico, visibilidad y posicionamiento keywords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BDCC007-7113-3DC4-23AA-B6DA0DF37243}"/>
              </a:ext>
            </a:extLst>
          </p:cNvPr>
          <p:cNvSpPr txBox="1"/>
          <p:nvPr/>
        </p:nvSpPr>
        <p:spPr>
          <a:xfrm>
            <a:off x="6346465" y="2260401"/>
            <a:ext cx="455028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600">
                <a:solidFill>
                  <a:srgbClr val="B59567"/>
                </a:solidFill>
              </a:rPr>
              <a:t>03</a:t>
            </a:r>
          </a:p>
        </p:txBody>
      </p:sp>
      <p:cxnSp>
        <p:nvCxnSpPr>
          <p:cNvPr id="18" name="Straight Connector 29">
            <a:extLst>
              <a:ext uri="{FF2B5EF4-FFF2-40B4-BE49-F238E27FC236}">
                <a16:creationId xmlns:a16="http://schemas.microsoft.com/office/drawing/2014/main" id="{632B1140-33F5-168D-9937-A80B1C9C12C2}"/>
              </a:ext>
            </a:extLst>
          </p:cNvPr>
          <p:cNvCxnSpPr>
            <a:cxnSpLocks/>
          </p:cNvCxnSpPr>
          <p:nvPr/>
        </p:nvCxnSpPr>
        <p:spPr>
          <a:xfrm flipH="1">
            <a:off x="6887257" y="2450275"/>
            <a:ext cx="1536169" cy="0"/>
          </a:xfrm>
          <a:prstGeom prst="line">
            <a:avLst/>
          </a:prstGeom>
          <a:ln w="25400">
            <a:solidFill>
              <a:srgbClr val="B2B2B2">
                <a:alpha val="6902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9">
            <a:extLst>
              <a:ext uri="{FF2B5EF4-FFF2-40B4-BE49-F238E27FC236}">
                <a16:creationId xmlns:a16="http://schemas.microsoft.com/office/drawing/2014/main" id="{BA767575-C4CE-C9F8-2D53-C1CEF0B4C302}"/>
              </a:ext>
            </a:extLst>
          </p:cNvPr>
          <p:cNvCxnSpPr>
            <a:cxnSpLocks/>
          </p:cNvCxnSpPr>
          <p:nvPr/>
        </p:nvCxnSpPr>
        <p:spPr>
          <a:xfrm flipH="1">
            <a:off x="6959786" y="4281856"/>
            <a:ext cx="1536169" cy="0"/>
          </a:xfrm>
          <a:prstGeom prst="line">
            <a:avLst/>
          </a:prstGeom>
          <a:ln w="25400">
            <a:solidFill>
              <a:srgbClr val="B2B2B2">
                <a:alpha val="6902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4B2175B6-07B1-C91F-7D63-1F119EDF95B7}"/>
              </a:ext>
            </a:extLst>
          </p:cNvPr>
          <p:cNvSpPr txBox="1"/>
          <p:nvPr/>
        </p:nvSpPr>
        <p:spPr>
          <a:xfrm>
            <a:off x="8634332" y="4075166"/>
            <a:ext cx="3098800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600" b="1"/>
              <a:t>Conclusiones y next steps</a:t>
            </a:r>
            <a:endParaRPr lang="es-ES" sz="1600"/>
          </a:p>
          <a:p>
            <a:endParaRPr lang="es-ES" b="1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69302A29-771E-E4FE-2399-10226995E708}"/>
              </a:ext>
            </a:extLst>
          </p:cNvPr>
          <p:cNvSpPr txBox="1"/>
          <p:nvPr/>
        </p:nvSpPr>
        <p:spPr>
          <a:xfrm>
            <a:off x="6356625" y="4075166"/>
            <a:ext cx="455028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600">
                <a:solidFill>
                  <a:srgbClr val="B59567"/>
                </a:solidFill>
              </a:rPr>
              <a:t>11</a:t>
            </a:r>
          </a:p>
        </p:txBody>
      </p:sp>
      <p:cxnSp>
        <p:nvCxnSpPr>
          <p:cNvPr id="56" name="Straight Connector 29">
            <a:extLst>
              <a:ext uri="{FF2B5EF4-FFF2-40B4-BE49-F238E27FC236}">
                <a16:creationId xmlns:a16="http://schemas.microsoft.com/office/drawing/2014/main" id="{6C88A0CD-62F0-BA72-0D58-0C48ECD6CBBA}"/>
              </a:ext>
            </a:extLst>
          </p:cNvPr>
          <p:cNvCxnSpPr>
            <a:cxnSpLocks/>
          </p:cNvCxnSpPr>
          <p:nvPr/>
        </p:nvCxnSpPr>
        <p:spPr>
          <a:xfrm flipH="1">
            <a:off x="6949626" y="3680401"/>
            <a:ext cx="1536169" cy="0"/>
          </a:xfrm>
          <a:prstGeom prst="line">
            <a:avLst/>
          </a:prstGeom>
          <a:ln w="25400">
            <a:solidFill>
              <a:srgbClr val="B2B2B2">
                <a:alpha val="6902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uadroTexto 56">
            <a:extLst>
              <a:ext uri="{FF2B5EF4-FFF2-40B4-BE49-F238E27FC236}">
                <a16:creationId xmlns:a16="http://schemas.microsoft.com/office/drawing/2014/main" id="{450E65AF-F01E-40BC-5EDA-0A79B853FB7A}"/>
              </a:ext>
            </a:extLst>
          </p:cNvPr>
          <p:cNvSpPr txBox="1"/>
          <p:nvPr/>
        </p:nvSpPr>
        <p:spPr>
          <a:xfrm>
            <a:off x="8624172" y="3473711"/>
            <a:ext cx="3098800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600" b="1"/>
              <a:t>Eventos principales y personalizados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E585F733-CF30-608C-9835-ECD568A2DC3D}"/>
              </a:ext>
            </a:extLst>
          </p:cNvPr>
          <p:cNvSpPr txBox="1"/>
          <p:nvPr/>
        </p:nvSpPr>
        <p:spPr>
          <a:xfrm>
            <a:off x="6346465" y="3473711"/>
            <a:ext cx="455028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600">
                <a:solidFill>
                  <a:srgbClr val="B59567"/>
                </a:solidFill>
              </a:rPr>
              <a:t>09</a:t>
            </a:r>
          </a:p>
        </p:txBody>
      </p:sp>
      <p:cxnSp>
        <p:nvCxnSpPr>
          <p:cNvPr id="21" name="Straight Connector 29">
            <a:extLst>
              <a:ext uri="{FF2B5EF4-FFF2-40B4-BE49-F238E27FC236}">
                <a16:creationId xmlns:a16="http://schemas.microsoft.com/office/drawing/2014/main" id="{DCFE5F6D-9081-737F-2E82-89C84E5CB5FD}"/>
              </a:ext>
            </a:extLst>
          </p:cNvPr>
          <p:cNvCxnSpPr>
            <a:cxnSpLocks/>
          </p:cNvCxnSpPr>
          <p:nvPr/>
        </p:nvCxnSpPr>
        <p:spPr>
          <a:xfrm flipH="1">
            <a:off x="6949626" y="3062547"/>
            <a:ext cx="1536169" cy="0"/>
          </a:xfrm>
          <a:prstGeom prst="line">
            <a:avLst/>
          </a:prstGeom>
          <a:ln w="25400">
            <a:solidFill>
              <a:srgbClr val="B2B2B2">
                <a:alpha val="6902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1A5EDEF-16C4-D2F0-AAD8-295D82A31493}"/>
              </a:ext>
            </a:extLst>
          </p:cNvPr>
          <p:cNvSpPr txBox="1"/>
          <p:nvPr/>
        </p:nvSpPr>
        <p:spPr>
          <a:xfrm>
            <a:off x="8624172" y="2855857"/>
            <a:ext cx="3098800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600" b="1"/>
              <a:t>Sesiones, usuarios, clics e impresiones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4931FD3-D1F2-D216-02F0-8C74BC62701B}"/>
              </a:ext>
            </a:extLst>
          </p:cNvPr>
          <p:cNvSpPr txBox="1"/>
          <p:nvPr/>
        </p:nvSpPr>
        <p:spPr>
          <a:xfrm>
            <a:off x="6346465" y="2855857"/>
            <a:ext cx="455028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600">
                <a:solidFill>
                  <a:srgbClr val="B59567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49259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>
          <a:extLst>
            <a:ext uri="{FF2B5EF4-FFF2-40B4-BE49-F238E27FC236}">
              <a16:creationId xmlns:a16="http://schemas.microsoft.com/office/drawing/2014/main" id="{867A5E83-90A1-74E9-D9B6-BFCE753C7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2">
            <a:extLst>
              <a:ext uri="{FF2B5EF4-FFF2-40B4-BE49-F238E27FC236}">
                <a16:creationId xmlns:a16="http://schemas.microsoft.com/office/drawing/2014/main" id="{1967A1A3-5C2C-3993-9365-0AD1D995C1D9}"/>
              </a:ext>
            </a:extLst>
          </p:cNvPr>
          <p:cNvGrpSpPr/>
          <p:nvPr/>
        </p:nvGrpSpPr>
        <p:grpSpPr>
          <a:xfrm>
            <a:off x="10176789" y="6227017"/>
            <a:ext cx="1800914" cy="450674"/>
            <a:chOff x="8892074" y="5887233"/>
            <a:chExt cx="1800914" cy="450674"/>
          </a:xfrm>
        </p:grpSpPr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792D515F-2B13-3F45-85E0-2EF146121568}"/>
                </a:ext>
              </a:extLst>
            </p:cNvPr>
            <p:cNvCxnSpPr/>
            <p:nvPr/>
          </p:nvCxnSpPr>
          <p:spPr>
            <a:xfrm>
              <a:off x="10080275" y="6027474"/>
              <a:ext cx="0" cy="3104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Imagen 13" descr="Imagen que contiene Logotipo  Descripción generada automáticamente">
              <a:extLst>
                <a:ext uri="{FF2B5EF4-FFF2-40B4-BE49-F238E27FC236}">
                  <a16:creationId xmlns:a16="http://schemas.microsoft.com/office/drawing/2014/main" id="{BC1D8258-6DF9-39BB-4CEE-1BC8337097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92074" y="5994799"/>
              <a:ext cx="1005009" cy="314228"/>
            </a:xfrm>
            <a:prstGeom prst="rect">
              <a:avLst/>
            </a:prstGeom>
          </p:spPr>
        </p:pic>
        <p:pic>
          <p:nvPicPr>
            <p:cNvPr id="15" name="Picture 1">
              <a:extLst>
                <a:ext uri="{FF2B5EF4-FFF2-40B4-BE49-F238E27FC236}">
                  <a16:creationId xmlns:a16="http://schemas.microsoft.com/office/drawing/2014/main" id="{50B44D25-0AAE-99ED-1C2D-C80B41044A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88109" y="5887233"/>
              <a:ext cx="404879" cy="448850"/>
            </a:xfrm>
            <a:prstGeom prst="rect">
              <a:avLst/>
            </a:prstGeom>
          </p:spPr>
        </p:pic>
      </p:grpSp>
      <p:pic>
        <p:nvPicPr>
          <p:cNvPr id="16" name="Picture 4" descr="Logotipo, nombre de la empresa  Descripción generada automáticamente">
            <a:extLst>
              <a:ext uri="{FF2B5EF4-FFF2-40B4-BE49-F238E27FC236}">
                <a16:creationId xmlns:a16="http://schemas.microsoft.com/office/drawing/2014/main" id="{E8B1FD62-70FD-BA74-B7C9-D1A533B603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6763" y="263348"/>
            <a:ext cx="571189" cy="627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Marcador de texto 1">
            <a:extLst>
              <a:ext uri="{FF2B5EF4-FFF2-40B4-BE49-F238E27FC236}">
                <a16:creationId xmlns:a16="http://schemas.microsoft.com/office/drawing/2014/main" id="{AD5BBDBA-9CB7-FF2D-44B9-DD23204AD443}"/>
              </a:ext>
            </a:extLst>
          </p:cNvPr>
          <p:cNvSpPr>
            <a:spLocks noGrp="1"/>
          </p:cNvSpPr>
          <p:nvPr/>
        </p:nvSpPr>
        <p:spPr>
          <a:xfrm>
            <a:off x="540000" y="360000"/>
            <a:ext cx="10966841" cy="481153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3500" i="1" dirty="0">
                <a:latin typeface="Bodoni Moda 18pt Medium"/>
                <a:cs typeface="+mn-cs"/>
              </a:rPr>
              <a:t>Evolución de la visibilidad de </a:t>
            </a:r>
            <a:r>
              <a:rPr lang="es-ES" sz="3500" i="1" dirty="0" err="1">
                <a:latin typeface="Bodoni Moda 18pt Medium"/>
                <a:cs typeface="+mn-cs"/>
              </a:rPr>
              <a:t>Malne</a:t>
            </a:r>
            <a:r>
              <a:rPr lang="es-ES" sz="3500" i="1" dirty="0">
                <a:latin typeface="Bodoni Moda 18pt Medium"/>
                <a:cs typeface="+mn-cs"/>
              </a:rPr>
              <a:t> - {{mes_actual_nombre_cap}}</a:t>
            </a:r>
          </a:p>
        </p:txBody>
      </p:sp>
      <p:sp>
        <p:nvSpPr>
          <p:cNvPr id="6" name="Google Shape;2138;p28">
            <a:extLst>
              <a:ext uri="{FF2B5EF4-FFF2-40B4-BE49-F238E27FC236}">
                <a16:creationId xmlns:a16="http://schemas.microsoft.com/office/drawing/2014/main" id="{1818F744-A957-CCB6-7745-2EFCE42C5A60}"/>
              </a:ext>
            </a:extLst>
          </p:cNvPr>
          <p:cNvSpPr txBox="1"/>
          <p:nvPr/>
        </p:nvSpPr>
        <p:spPr>
          <a:xfrm>
            <a:off x="681962" y="5022447"/>
            <a:ext cx="10995990" cy="1249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/>
              <a:t>{{comentario_visibilidad}}</a:t>
            </a:r>
            <a:r>
              <a:rPr lang="es-ES" sz="1600" dirty="0" err="1"/>
              <a:t/>
            </a:r>
            <a:r>
              <a:rPr lang="es-ES" sz="1600" dirty="0"/>
              <a:t/>
            </a:r>
          </a:p>
          <a:p>
            <a:pPr algn="ctr"/>
            <a:r>
              <a:rPr lang="es-ES" sz="1600" dirty="0"/>
              <a:t/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80CF000-C191-11A6-B983-7CD31946A2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408" y="1304959"/>
            <a:ext cx="10343949" cy="3622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613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>
          <a:extLst>
            <a:ext uri="{FF2B5EF4-FFF2-40B4-BE49-F238E27FC236}">
              <a16:creationId xmlns:a16="http://schemas.microsoft.com/office/drawing/2014/main" id="{3CE34B62-9870-0E6A-54CF-CA50C9D92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2">
            <a:extLst>
              <a:ext uri="{FF2B5EF4-FFF2-40B4-BE49-F238E27FC236}">
                <a16:creationId xmlns:a16="http://schemas.microsoft.com/office/drawing/2014/main" id="{BFD80118-A49C-5D50-DA45-EC8176C8668C}"/>
              </a:ext>
            </a:extLst>
          </p:cNvPr>
          <p:cNvGrpSpPr/>
          <p:nvPr/>
        </p:nvGrpSpPr>
        <p:grpSpPr>
          <a:xfrm>
            <a:off x="10176789" y="6227017"/>
            <a:ext cx="1800914" cy="450674"/>
            <a:chOff x="8892074" y="5887233"/>
            <a:chExt cx="1800914" cy="450674"/>
          </a:xfrm>
        </p:grpSpPr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AB961244-A0E2-BEAE-D666-F816899E03E1}"/>
                </a:ext>
              </a:extLst>
            </p:cNvPr>
            <p:cNvCxnSpPr/>
            <p:nvPr/>
          </p:nvCxnSpPr>
          <p:spPr>
            <a:xfrm>
              <a:off x="10080275" y="6027474"/>
              <a:ext cx="0" cy="3104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Imagen 13" descr="Imagen que contiene Logotipo  Descripción generada automáticamente">
              <a:extLst>
                <a:ext uri="{FF2B5EF4-FFF2-40B4-BE49-F238E27FC236}">
                  <a16:creationId xmlns:a16="http://schemas.microsoft.com/office/drawing/2014/main" id="{0E69B520-62F5-34BE-61F1-98C729C948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92074" y="5994799"/>
              <a:ext cx="1005009" cy="314228"/>
            </a:xfrm>
            <a:prstGeom prst="rect">
              <a:avLst/>
            </a:prstGeom>
          </p:spPr>
        </p:pic>
        <p:pic>
          <p:nvPicPr>
            <p:cNvPr id="15" name="Picture 1">
              <a:extLst>
                <a:ext uri="{FF2B5EF4-FFF2-40B4-BE49-F238E27FC236}">
                  <a16:creationId xmlns:a16="http://schemas.microsoft.com/office/drawing/2014/main" id="{11E42ED2-AF43-102C-D2F1-E4B8326991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88109" y="5887233"/>
              <a:ext cx="404879" cy="448850"/>
            </a:xfrm>
            <a:prstGeom prst="rect">
              <a:avLst/>
            </a:prstGeom>
          </p:spPr>
        </p:pic>
      </p:grpSp>
      <p:pic>
        <p:nvPicPr>
          <p:cNvPr id="16" name="Picture 4" descr="Logotipo, nombre de la empresa  Descripción generada automáticamente">
            <a:extLst>
              <a:ext uri="{FF2B5EF4-FFF2-40B4-BE49-F238E27FC236}">
                <a16:creationId xmlns:a16="http://schemas.microsoft.com/office/drawing/2014/main" id="{166BC176-EF10-8D64-5B57-DB05678D4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6763" y="263348"/>
            <a:ext cx="571189" cy="627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Marcador de texto 1">
            <a:extLst>
              <a:ext uri="{FF2B5EF4-FFF2-40B4-BE49-F238E27FC236}">
                <a16:creationId xmlns:a16="http://schemas.microsoft.com/office/drawing/2014/main" id="{26DE482E-E296-A549-DE65-62709F4AE903}"/>
              </a:ext>
            </a:extLst>
          </p:cNvPr>
          <p:cNvSpPr>
            <a:spLocks noGrp="1"/>
          </p:cNvSpPr>
          <p:nvPr/>
        </p:nvSpPr>
        <p:spPr>
          <a:xfrm>
            <a:off x="540000" y="360000"/>
            <a:ext cx="10966841" cy="481153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3500" i="1">
                <a:latin typeface="Bodoni Moda 18pt Medium"/>
                <a:cs typeface="+mn-cs"/>
              </a:rPr>
              <a:t>Posicionamiento keywords web Malne</a:t>
            </a:r>
          </a:p>
        </p:txBody>
      </p:sp>
      <p:sp>
        <p:nvSpPr>
          <p:cNvPr id="7" name="Google Shape;3904;p291">
            <a:extLst>
              <a:ext uri="{FF2B5EF4-FFF2-40B4-BE49-F238E27FC236}">
                <a16:creationId xmlns:a16="http://schemas.microsoft.com/office/drawing/2014/main" id="{B425425E-417B-3BC3-C5E2-FB7A99FFC964}"/>
              </a:ext>
            </a:extLst>
          </p:cNvPr>
          <p:cNvSpPr txBox="1"/>
          <p:nvPr/>
        </p:nvSpPr>
        <p:spPr>
          <a:xfrm>
            <a:off x="836352" y="1233030"/>
            <a:ext cx="48477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800" b="1" err="1">
                <a:solidFill>
                  <a:srgbClr val="073763"/>
                </a:solidFill>
                <a:latin typeface="Work Sans Bold"/>
                <a:ea typeface="Work Sans"/>
                <a:cs typeface="Work Sans"/>
                <a:sym typeface="Work Sans"/>
              </a:rPr>
              <a:t>Keywords</a:t>
            </a:r>
            <a:r>
              <a:rPr lang="es-ES" sz="1800" b="1">
                <a:solidFill>
                  <a:srgbClr val="073763"/>
                </a:solidFill>
                <a:latin typeface="Work Sans Bold"/>
                <a:ea typeface="Work Sans"/>
                <a:cs typeface="Work Sans"/>
                <a:sym typeface="Work Sans"/>
              </a:rPr>
              <a:t> que han mejorado</a:t>
            </a:r>
            <a:endParaRPr lang="es-ES" sz="1800" b="1">
              <a:solidFill>
                <a:srgbClr val="073763"/>
              </a:solidFill>
              <a:latin typeface="Work Sans Bold"/>
              <a:ea typeface="Work Sans"/>
              <a:cs typeface="Work Sans"/>
            </a:endParaRPr>
          </a:p>
        </p:txBody>
      </p:sp>
      <p:sp>
        <p:nvSpPr>
          <p:cNvPr id="9" name="Google Shape;3905;p291">
            <a:extLst>
              <a:ext uri="{FF2B5EF4-FFF2-40B4-BE49-F238E27FC236}">
                <a16:creationId xmlns:a16="http://schemas.microsoft.com/office/drawing/2014/main" id="{CEE9C1C5-5A57-FC3B-651E-5412C29620A2}"/>
              </a:ext>
            </a:extLst>
          </p:cNvPr>
          <p:cNvSpPr txBox="1"/>
          <p:nvPr/>
        </p:nvSpPr>
        <p:spPr>
          <a:xfrm>
            <a:off x="6701333" y="1237294"/>
            <a:ext cx="4806747" cy="473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s-ES" sz="1800" b="1" err="1">
                <a:solidFill>
                  <a:srgbClr val="073763"/>
                </a:solidFill>
                <a:latin typeface="Work Sans Bold"/>
                <a:sym typeface="Work Sans"/>
              </a:rPr>
              <a:t>Keywords</a:t>
            </a:r>
            <a:r>
              <a:rPr lang="es-ES" sz="1800" b="1">
                <a:solidFill>
                  <a:srgbClr val="073763"/>
                </a:solidFill>
                <a:latin typeface="Work Sans Bold"/>
                <a:sym typeface="Work Sans"/>
              </a:rPr>
              <a:t> han empeorado</a:t>
            </a:r>
            <a:endParaRPr lang="es-ES" sz="1800" b="1">
              <a:solidFill>
                <a:srgbClr val="073763"/>
              </a:solidFill>
              <a:latin typeface="Work Sans Bold" pitchFamily="2" charset="0"/>
            </a:endParaRPr>
          </a:p>
        </p:txBody>
      </p:sp>
      <p:sp>
        <p:nvSpPr>
          <p:cNvPr id="94" name="Google Shape;3684;p287">
            <a:extLst>
              <a:ext uri="{FF2B5EF4-FFF2-40B4-BE49-F238E27FC236}">
                <a16:creationId xmlns:a16="http://schemas.microsoft.com/office/drawing/2014/main" id="{83E3879F-69BC-8F80-3B6B-AA70D7ABF531}"/>
              </a:ext>
            </a:extLst>
          </p:cNvPr>
          <p:cNvSpPr/>
          <p:nvPr/>
        </p:nvSpPr>
        <p:spPr>
          <a:xfrm>
            <a:off x="705111" y="5119479"/>
            <a:ext cx="10812494" cy="799019"/>
          </a:xfrm>
          <a:prstGeom prst="rect">
            <a:avLst/>
          </a:prstGeom>
          <a:noFill/>
          <a:ln w="9525" cap="flat" cmpd="sng">
            <a:solidFill>
              <a:srgbClr val="999999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>
              <a:solidFill>
                <a:srgbClr val="434343"/>
              </a:solidFill>
            </a:endParaRPr>
          </a:p>
        </p:txBody>
      </p:sp>
      <p:sp>
        <p:nvSpPr>
          <p:cNvPr id="96" name="CuadroTexto 95">
            <a:extLst>
              <a:ext uri="{FF2B5EF4-FFF2-40B4-BE49-F238E27FC236}">
                <a16:creationId xmlns:a16="http://schemas.microsoft.com/office/drawing/2014/main" id="{B8D15C26-2CF0-424A-909B-7611C29F053D}"/>
              </a:ext>
            </a:extLst>
          </p:cNvPr>
          <p:cNvSpPr txBox="1"/>
          <p:nvPr/>
        </p:nvSpPr>
        <p:spPr>
          <a:xfrm>
            <a:off x="2868150" y="5118495"/>
            <a:ext cx="5879454" cy="66274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914400" lvl="1" indent="-298450">
              <a:lnSpc>
                <a:spcPct val="115000"/>
              </a:lnSpc>
              <a:buClr>
                <a:srgbClr val="434343"/>
              </a:buClr>
              <a:buSzPts val="1100"/>
              <a:buFont typeface="Wingdings" panose="05000000000000000000" pitchFamily="2" charset="2"/>
              <a:buChar char="q"/>
            </a:pPr>
            <a:r>
              <a:rPr lang="es-ES" sz="1100" b="1" dirty="0">
                <a:solidFill>
                  <a:srgbClr val="92D050"/>
                </a:solidFill>
                <a:latin typeface="Work Sans"/>
              </a:rPr>
              <a:t>{{kw_ganadas}} </a:t>
            </a:r>
            <a:r>
              <a:rPr lang="es-ES" sz="1100" dirty="0" err="1">
                <a:solidFill>
                  <a:srgbClr val="434343"/>
                </a:solidFill>
                <a:latin typeface="Work Sans"/>
              </a:rPr>
              <a:t>keywords</a:t>
            </a:r>
            <a:r>
              <a:rPr lang="es-ES" sz="1100" dirty="0">
                <a:solidFill>
                  <a:srgbClr val="434343"/>
                </a:solidFill>
                <a:latin typeface="Work Sans"/>
                <a:sym typeface="Work Sans"/>
              </a:rPr>
              <a:t> han ganado posiciones en Google</a:t>
            </a:r>
            <a:endParaRPr lang="es-ES" sz="1100" dirty="0">
              <a:solidFill>
                <a:srgbClr val="434343"/>
              </a:solidFill>
              <a:latin typeface="Work Sans"/>
            </a:endParaRPr>
          </a:p>
          <a:p>
            <a:pPr marL="914400" lvl="1" indent="-298450">
              <a:lnSpc>
                <a:spcPct val="114999"/>
              </a:lnSpc>
              <a:buClr>
                <a:srgbClr val="434343"/>
              </a:buClr>
              <a:buSzPts val="1100"/>
              <a:buFont typeface="Wingdings" panose="05000000000000000000" pitchFamily="2" charset="2"/>
              <a:buChar char="q"/>
            </a:pPr>
            <a:r>
              <a:rPr lang="es-ES" sz="1100" b="1" dirty="0">
                <a:solidFill>
                  <a:srgbClr val="92D050"/>
                </a:solidFill>
                <a:latin typeface="Work Sans"/>
              </a:rPr>
              <a:t>{{kw_total}}</a:t>
            </a:r>
            <a:r>
              <a:rPr lang="es-ES" sz="1100" dirty="0">
                <a:solidFill>
                  <a:srgbClr val="434343"/>
                </a:solidFill>
                <a:latin typeface="Work Sans"/>
              </a:rPr>
              <a:t> </a:t>
            </a:r>
            <a:r>
              <a:rPr lang="es-ES" sz="1100" dirty="0" err="1">
                <a:solidFill>
                  <a:srgbClr val="434343"/>
                </a:solidFill>
                <a:latin typeface="Work Sans"/>
              </a:rPr>
              <a:t>keywords</a:t>
            </a:r>
            <a:r>
              <a:rPr lang="es-ES" sz="1100" dirty="0">
                <a:solidFill>
                  <a:srgbClr val="434343"/>
                </a:solidFill>
                <a:latin typeface="Work Sans"/>
              </a:rPr>
              <a:t> en total posicionadas</a:t>
            </a:r>
          </a:p>
          <a:p>
            <a:pPr marL="914400" lvl="1" indent="-298450">
              <a:lnSpc>
                <a:spcPct val="114999"/>
              </a:lnSpc>
              <a:buClr>
                <a:srgbClr val="434343"/>
              </a:buClr>
              <a:buSzPts val="1100"/>
              <a:buFont typeface="Wingdings" panose="05000000000000000000" pitchFamily="2" charset="2"/>
              <a:buChar char="q"/>
            </a:pPr>
            <a:r>
              <a:rPr lang="es-ES" sz="1100" b="1" dirty="0">
                <a:solidFill>
                  <a:srgbClr val="FF0000"/>
                </a:solidFill>
                <a:latin typeface="Work Sans"/>
              </a:rPr>
              <a:t>{{kw_perdidas}} </a:t>
            </a:r>
            <a:r>
              <a:rPr lang="es-ES" sz="1100" dirty="0" err="1">
                <a:solidFill>
                  <a:srgbClr val="434343"/>
                </a:solidFill>
                <a:latin typeface="Work Sans"/>
              </a:rPr>
              <a:t>keywords</a:t>
            </a:r>
            <a:r>
              <a:rPr lang="es-ES" sz="1100" dirty="0">
                <a:solidFill>
                  <a:srgbClr val="434343"/>
                </a:solidFill>
                <a:latin typeface="Work Sans"/>
              </a:rPr>
              <a:t> han perdido posiciones</a:t>
            </a:r>
          </a:p>
        </p:txBody>
      </p:sp>
      <p:graphicFrame>
        <p:nvGraphicFramePr>
          <p:cNvPr id="97" name="Table 96"/>
          <p:cNvGraphicFramePr>
            <a:graphicFrameLocks noGrp="1"/>
          </p:cNvGraphicFramePr>
          <p:nvPr/>
        </p:nvGraphicFramePr>
        <p:xfrm>
          <a:off x="704088" y="1737360"/>
          <a:ext cx="5102352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969264"/>
                <a:gridCol w="969264"/>
                <a:gridCol w="969264"/>
              </a:tblGrid>
              <a:tr h="457200">
                <a:tc>
                  <a:txBody>
                    <a:bodyPr lIns="73152" r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Keyword</a:t>
                      </a:r>
                    </a:p>
                  </a:txBody>
                  <a:tcPr anchor="ctr">
                    <a:solidFill>
                      <a:srgbClr val="6B8E3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Volumen</a:t>
                      </a:r>
                    </a:p>
                  </a:txBody>
                  <a:tcPr anchor="ctr">
                    <a:solidFill>
                      <a:srgbClr val="6B8E3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Anterior</a:t>
                      </a:r>
                    </a:p>
                  </a:txBody>
                  <a:tcPr anchor="ctr">
                    <a:solidFill>
                      <a:srgbClr val="6B8E3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Actual</a:t>
                      </a:r>
                    </a:p>
                  </a:txBody>
                  <a:tcPr anchor="ctr">
                    <a:solidFill>
                      <a:srgbClr val="6B8E3F"/>
                    </a:solidFill>
                  </a:tcPr>
                </a:tc>
              </a:tr>
              <a:tr h="502920"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{{kw_up_1_name}}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{{kw_up_1_vol}}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{{kw_up_1_prev}}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{{kw_up_1_curr}}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</a:tr>
              <a:tr h="502920"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{{kw_up_2_name}}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{{kw_up_2_vol}}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{{kw_up_2_prev}}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{{kw_up_2_curr}}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{{kw_up_3_name}}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{{kw_up_3_vol}}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{{kw_up_3_prev}}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{{kw_up_3_curr}}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</a:tr>
              <a:tr h="502920"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{{kw_up_4_name}}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{{kw_up_4_vol}}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{{kw_up_4_prev}}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{{kw_up_4_curr}}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{{kw_up_5_name}}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{{kw_up_5_vol}}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{{kw_up_5_prev}}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{{kw_up_5_curr}}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8" name="Table 97"/>
          <p:cNvGraphicFramePr>
            <a:graphicFrameLocks noGrp="1"/>
          </p:cNvGraphicFramePr>
          <p:nvPr/>
        </p:nvGraphicFramePr>
        <p:xfrm>
          <a:off x="6419088" y="1737360"/>
          <a:ext cx="5102352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969264"/>
                <a:gridCol w="969264"/>
                <a:gridCol w="969264"/>
              </a:tblGrid>
              <a:tr h="457200">
                <a:tc>
                  <a:txBody>
                    <a:bodyPr lIns="73152" r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Keyword</a:t>
                      </a:r>
                    </a:p>
                  </a:txBody>
                  <a:tcPr anchor="ctr">
                    <a:solidFill>
                      <a:srgbClr val="A63A3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Volumen</a:t>
                      </a:r>
                    </a:p>
                  </a:txBody>
                  <a:tcPr anchor="ctr">
                    <a:solidFill>
                      <a:srgbClr val="A63A3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Anterior</a:t>
                      </a:r>
                    </a:p>
                  </a:txBody>
                  <a:tcPr anchor="ctr">
                    <a:solidFill>
                      <a:srgbClr val="A63A3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Actual</a:t>
                      </a:r>
                    </a:p>
                  </a:txBody>
                  <a:tcPr anchor="ctr">
                    <a:solidFill>
                      <a:srgbClr val="A63A3A"/>
                    </a:solidFill>
                  </a:tcPr>
                </a:tc>
              </a:tr>
              <a:tr h="502920"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{{kw_down_1_name}}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{{kw_down_1_vol}}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{{kw_down_1_prev}}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{{kw_down_1_curr}}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</a:tr>
              <a:tr h="502920"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{{kw_down_2_name}}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{{kw_down_2_vol}}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{{kw_down_2_prev}}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{{kw_down_2_curr}}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{{kw_down_3_name}}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{{kw_down_3_vol}}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{{kw_down_3_prev}}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{{kw_down_3_curr}}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</a:tr>
              <a:tr h="502920"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{{kw_down_4_name}}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{{kw_down_4_vol}}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{{kw_down_4_prev}}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{{kw_down_4_curr}}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{{kw_down_5_name}}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{{kw_down_5_vol}}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{{kw_down_5_prev}}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Calibri"/>
                        </a:rPr>
                        <a:t>{{kw_down_5_curr}}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1784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>
          <a:extLst>
            <a:ext uri="{FF2B5EF4-FFF2-40B4-BE49-F238E27FC236}">
              <a16:creationId xmlns:a16="http://schemas.microsoft.com/office/drawing/2014/main" id="{A1524F12-DB1C-1B26-D271-0378AB2B3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2">
            <a:extLst>
              <a:ext uri="{FF2B5EF4-FFF2-40B4-BE49-F238E27FC236}">
                <a16:creationId xmlns:a16="http://schemas.microsoft.com/office/drawing/2014/main" id="{51BFE4C2-E93B-048B-E5D3-6A8C41C9266C}"/>
              </a:ext>
            </a:extLst>
          </p:cNvPr>
          <p:cNvGrpSpPr/>
          <p:nvPr/>
        </p:nvGrpSpPr>
        <p:grpSpPr>
          <a:xfrm>
            <a:off x="10176789" y="6227017"/>
            <a:ext cx="1800914" cy="450674"/>
            <a:chOff x="8892074" y="5887233"/>
            <a:chExt cx="1800914" cy="450674"/>
          </a:xfrm>
        </p:grpSpPr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1C1342EE-9410-E783-B099-6D8492089CCD}"/>
                </a:ext>
              </a:extLst>
            </p:cNvPr>
            <p:cNvCxnSpPr/>
            <p:nvPr/>
          </p:nvCxnSpPr>
          <p:spPr>
            <a:xfrm>
              <a:off x="10080275" y="6027474"/>
              <a:ext cx="0" cy="3104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Imagen 13" descr="Imagen que contiene Logotipo  Descripción generada automáticamente">
              <a:extLst>
                <a:ext uri="{FF2B5EF4-FFF2-40B4-BE49-F238E27FC236}">
                  <a16:creationId xmlns:a16="http://schemas.microsoft.com/office/drawing/2014/main" id="{0028AFAC-AA97-2563-F7DD-D34B7A58F9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92074" y="5994799"/>
              <a:ext cx="1005009" cy="314228"/>
            </a:xfrm>
            <a:prstGeom prst="rect">
              <a:avLst/>
            </a:prstGeom>
          </p:spPr>
        </p:pic>
        <p:pic>
          <p:nvPicPr>
            <p:cNvPr id="15" name="Picture 1">
              <a:extLst>
                <a:ext uri="{FF2B5EF4-FFF2-40B4-BE49-F238E27FC236}">
                  <a16:creationId xmlns:a16="http://schemas.microsoft.com/office/drawing/2014/main" id="{50255F69-FC0F-EF93-B3CA-0934FA0B99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88109" y="5887233"/>
              <a:ext cx="404879" cy="448850"/>
            </a:xfrm>
            <a:prstGeom prst="rect">
              <a:avLst/>
            </a:prstGeom>
          </p:spPr>
        </p:pic>
      </p:grpSp>
      <p:pic>
        <p:nvPicPr>
          <p:cNvPr id="16" name="Picture 4" descr="Logotipo, nombre de la empresa  Descripción generada automáticamente">
            <a:extLst>
              <a:ext uri="{FF2B5EF4-FFF2-40B4-BE49-F238E27FC236}">
                <a16:creationId xmlns:a16="http://schemas.microsoft.com/office/drawing/2014/main" id="{BDCC55ED-9E70-E1D1-F776-58A0BBBA0D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6763" y="263348"/>
            <a:ext cx="571189" cy="627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Marcador de texto 1">
            <a:extLst>
              <a:ext uri="{FF2B5EF4-FFF2-40B4-BE49-F238E27FC236}">
                <a16:creationId xmlns:a16="http://schemas.microsoft.com/office/drawing/2014/main" id="{5DFABC01-F3E0-84BA-A770-014971EC8049}"/>
              </a:ext>
            </a:extLst>
          </p:cNvPr>
          <p:cNvSpPr>
            <a:spLocks noGrp="1"/>
          </p:cNvSpPr>
          <p:nvPr/>
        </p:nvSpPr>
        <p:spPr>
          <a:xfrm>
            <a:off x="540000" y="360000"/>
            <a:ext cx="10966841" cy="481153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3500" i="1" dirty="0">
                <a:latin typeface="Bodoni Moda 18pt Medium"/>
                <a:cs typeface="+mn-cs"/>
              </a:rPr>
              <a:t>Adquisición de tráfico - {{mes_actual_nombre_cap}}</a:t>
            </a:r>
            <a:endParaRPr lang="es-ES" sz="3500" i="1" dirty="0">
              <a:latin typeface="Bodoni Moda 18pt Medium" pitchFamily="2" charset="0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608EE81-250D-F924-A049-2F4E4BEAA6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031" y="1234228"/>
            <a:ext cx="10966842" cy="2853163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0E7E1A41-C729-5A81-9A76-93CC713C443A}"/>
              </a:ext>
            </a:extLst>
          </p:cNvPr>
          <p:cNvSpPr txBox="1"/>
          <p:nvPr/>
        </p:nvSpPr>
        <p:spPr>
          <a:xfrm>
            <a:off x="624569" y="4717596"/>
            <a:ext cx="1115069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{{comentario_trafico}}</a:t>
            </a:r>
            <a:r>
              <a:rPr lang="es-ES" sz="1400" dirty="0" err="1"/>
              <a:t/>
            </a:r>
            <a:r>
              <a:rPr lang="es-ES" sz="1400" dirty="0"/>
              <a:t/>
            </a:r>
            <a:r>
              <a:rPr lang="es-ES" sz="1400" dirty="0" err="1"/>
              <a:t/>
            </a:r>
            <a:r>
              <a:rPr lang="es-ES" sz="1400" dirty="0"/>
              <a:t/>
            </a:r>
            <a:r>
              <a:rPr lang="es-ES" sz="1400" dirty="0" err="1"/>
              <a:t/>
            </a:r>
            <a:r>
              <a:rPr lang="es-ES" sz="1400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963209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>
          <a:extLst>
            <a:ext uri="{FF2B5EF4-FFF2-40B4-BE49-F238E27FC236}">
              <a16:creationId xmlns:a16="http://schemas.microsoft.com/office/drawing/2014/main" id="{A1396BA1-9B8F-6770-445A-A4D596DB9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2">
            <a:extLst>
              <a:ext uri="{FF2B5EF4-FFF2-40B4-BE49-F238E27FC236}">
                <a16:creationId xmlns:a16="http://schemas.microsoft.com/office/drawing/2014/main" id="{4E83C01F-638F-543B-6F97-A1F865EEE6A6}"/>
              </a:ext>
            </a:extLst>
          </p:cNvPr>
          <p:cNvGrpSpPr/>
          <p:nvPr/>
        </p:nvGrpSpPr>
        <p:grpSpPr>
          <a:xfrm>
            <a:off x="10176789" y="6227017"/>
            <a:ext cx="1800914" cy="450674"/>
            <a:chOff x="8892074" y="5887233"/>
            <a:chExt cx="1800914" cy="450674"/>
          </a:xfrm>
        </p:grpSpPr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0B32FAAE-AE51-03B7-5B2A-A71C927D744A}"/>
                </a:ext>
              </a:extLst>
            </p:cNvPr>
            <p:cNvCxnSpPr/>
            <p:nvPr/>
          </p:nvCxnSpPr>
          <p:spPr>
            <a:xfrm>
              <a:off x="10080275" y="6027474"/>
              <a:ext cx="0" cy="3104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Imagen 13" descr="Imagen que contiene Logotipo  Descripción generada automáticamente">
              <a:extLst>
                <a:ext uri="{FF2B5EF4-FFF2-40B4-BE49-F238E27FC236}">
                  <a16:creationId xmlns:a16="http://schemas.microsoft.com/office/drawing/2014/main" id="{D4849002-B5DB-E172-FFC1-9E4664DE19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92074" y="5994799"/>
              <a:ext cx="1005009" cy="314228"/>
            </a:xfrm>
            <a:prstGeom prst="rect">
              <a:avLst/>
            </a:prstGeom>
          </p:spPr>
        </p:pic>
        <p:pic>
          <p:nvPicPr>
            <p:cNvPr id="15" name="Picture 1">
              <a:extLst>
                <a:ext uri="{FF2B5EF4-FFF2-40B4-BE49-F238E27FC236}">
                  <a16:creationId xmlns:a16="http://schemas.microsoft.com/office/drawing/2014/main" id="{F8923A20-A31E-F613-1D7A-9CF37D4DB5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88109" y="5887233"/>
              <a:ext cx="404879" cy="448850"/>
            </a:xfrm>
            <a:prstGeom prst="rect">
              <a:avLst/>
            </a:prstGeom>
          </p:spPr>
        </p:pic>
      </p:grpSp>
      <p:pic>
        <p:nvPicPr>
          <p:cNvPr id="16" name="Picture 4" descr="Logotipo, nombre de la empresa  Descripción generada automáticamente">
            <a:extLst>
              <a:ext uri="{FF2B5EF4-FFF2-40B4-BE49-F238E27FC236}">
                <a16:creationId xmlns:a16="http://schemas.microsoft.com/office/drawing/2014/main" id="{9385B3BF-9805-4262-D74D-202530E0E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6763" y="263348"/>
            <a:ext cx="571189" cy="627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Marcador de texto 1">
            <a:extLst>
              <a:ext uri="{FF2B5EF4-FFF2-40B4-BE49-F238E27FC236}">
                <a16:creationId xmlns:a16="http://schemas.microsoft.com/office/drawing/2014/main" id="{DCD9832C-FDC0-AA06-FD28-C69F34D69357}"/>
              </a:ext>
            </a:extLst>
          </p:cNvPr>
          <p:cNvSpPr>
            <a:spLocks noGrp="1"/>
          </p:cNvSpPr>
          <p:nvPr/>
        </p:nvSpPr>
        <p:spPr>
          <a:xfrm>
            <a:off x="540000" y="360000"/>
            <a:ext cx="10966841" cy="481153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3500" i="1" dirty="0">
                <a:latin typeface="Bodoni Moda 18pt Medium"/>
                <a:cs typeface="+mn-cs"/>
              </a:rPr>
              <a:t>Adquisición de usuarios - {{mes_actual_nombre_cap}}</a:t>
            </a:r>
            <a:endParaRPr lang="es-ES" sz="3500" i="1" dirty="0">
              <a:latin typeface="Bodoni Moda 18pt Medium" pitchFamily="2" charset="0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D88E852-CCD3-E3B4-03FE-E21452C001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6182" y="1335023"/>
            <a:ext cx="6343292" cy="3755447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DA7642EA-291C-5A25-B5B1-61A881822734}"/>
              </a:ext>
            </a:extLst>
          </p:cNvPr>
          <p:cNvSpPr txBox="1"/>
          <p:nvPr/>
        </p:nvSpPr>
        <p:spPr>
          <a:xfrm>
            <a:off x="2547524" y="5281891"/>
            <a:ext cx="720060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{{comentario_usuarios}}</a:t>
            </a:r>
          </a:p>
          <a:p>
            <a:endParaRPr lang="es-ES" sz="1400" dirty="0"/>
          </a:p>
          <a:p>
            <a:r>
              <a:rPr lang="es-ES" sz="1400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002526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>
          <a:extLst>
            <a:ext uri="{FF2B5EF4-FFF2-40B4-BE49-F238E27FC236}">
              <a16:creationId xmlns:a16="http://schemas.microsoft.com/office/drawing/2014/main" id="{9A257A06-4E42-8441-6B21-260AAE854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2">
            <a:extLst>
              <a:ext uri="{FF2B5EF4-FFF2-40B4-BE49-F238E27FC236}">
                <a16:creationId xmlns:a16="http://schemas.microsoft.com/office/drawing/2014/main" id="{3AA86610-CAE3-3EB4-DD1D-147B7A61D503}"/>
              </a:ext>
            </a:extLst>
          </p:cNvPr>
          <p:cNvGrpSpPr/>
          <p:nvPr/>
        </p:nvGrpSpPr>
        <p:grpSpPr>
          <a:xfrm>
            <a:off x="10176789" y="6227017"/>
            <a:ext cx="1800914" cy="450674"/>
            <a:chOff x="8892074" y="5887233"/>
            <a:chExt cx="1800914" cy="450674"/>
          </a:xfrm>
        </p:grpSpPr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7A80A4CE-4214-9EEC-709B-20CF5DAA195E}"/>
                </a:ext>
              </a:extLst>
            </p:cNvPr>
            <p:cNvCxnSpPr/>
            <p:nvPr/>
          </p:nvCxnSpPr>
          <p:spPr>
            <a:xfrm>
              <a:off x="10080275" y="6027474"/>
              <a:ext cx="0" cy="3104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Imagen 13" descr="Imagen que contiene Logotipo  Descripción generada automáticamente">
              <a:extLst>
                <a:ext uri="{FF2B5EF4-FFF2-40B4-BE49-F238E27FC236}">
                  <a16:creationId xmlns:a16="http://schemas.microsoft.com/office/drawing/2014/main" id="{3C33266F-9576-2053-6A10-17B3399FE2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92074" y="5994799"/>
              <a:ext cx="1005009" cy="314228"/>
            </a:xfrm>
            <a:prstGeom prst="rect">
              <a:avLst/>
            </a:prstGeom>
          </p:spPr>
        </p:pic>
        <p:pic>
          <p:nvPicPr>
            <p:cNvPr id="15" name="Picture 1">
              <a:extLst>
                <a:ext uri="{FF2B5EF4-FFF2-40B4-BE49-F238E27FC236}">
                  <a16:creationId xmlns:a16="http://schemas.microsoft.com/office/drawing/2014/main" id="{0F7A3A9D-1644-5526-7E5D-696E4F496A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88109" y="5887233"/>
              <a:ext cx="404879" cy="448850"/>
            </a:xfrm>
            <a:prstGeom prst="rect">
              <a:avLst/>
            </a:prstGeom>
          </p:spPr>
        </p:pic>
      </p:grpSp>
      <p:pic>
        <p:nvPicPr>
          <p:cNvPr id="16" name="Picture 4" descr="Logotipo, nombre de la empresa  Descripción generada automáticamente">
            <a:extLst>
              <a:ext uri="{FF2B5EF4-FFF2-40B4-BE49-F238E27FC236}">
                <a16:creationId xmlns:a16="http://schemas.microsoft.com/office/drawing/2014/main" id="{6D08D9AC-6860-575E-9B22-9CD2E7145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6763" y="263348"/>
            <a:ext cx="571189" cy="627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Marcador de texto 1">
            <a:extLst>
              <a:ext uri="{FF2B5EF4-FFF2-40B4-BE49-F238E27FC236}">
                <a16:creationId xmlns:a16="http://schemas.microsoft.com/office/drawing/2014/main" id="{8D7E2448-BC94-0AE2-0816-F4F2E900581C}"/>
              </a:ext>
            </a:extLst>
          </p:cNvPr>
          <p:cNvSpPr>
            <a:spLocks noGrp="1"/>
          </p:cNvSpPr>
          <p:nvPr/>
        </p:nvSpPr>
        <p:spPr>
          <a:xfrm>
            <a:off x="451866" y="261225"/>
            <a:ext cx="10966841" cy="481153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3500" i="1" dirty="0">
                <a:latin typeface="Bodoni Moda 18pt Medium"/>
                <a:cs typeface="+mn-cs"/>
              </a:rPr>
              <a:t>Adquisición de usuarios (fuente/medio) - {{mes_actual_nombre_cap}}</a:t>
            </a:r>
            <a:endParaRPr lang="es-ES" sz="3500" i="1" dirty="0">
              <a:latin typeface="Bodoni Moda 18pt Medium" pitchFamily="2" charset="0"/>
              <a:cs typeface="+mn-cs"/>
            </a:endParaRP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48640" y="914400"/>
          <a:ext cx="11064240" cy="5669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1828800"/>
                <a:gridCol w="1828800"/>
                <a:gridCol w="1828800"/>
              </a:tblGrid>
              <a:tr h="26996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9F9F9"/>
                          </a:solidFill>
                          <a:latin typeface="Lato"/>
                        </a:rPr>
                        <a:t>Fuente / Medio</a:t>
                      </a:r>
                    </a:p>
                  </a:txBody>
                  <a:tcPr marL="54864" marR="54864" marT="18288" marB="18288">
                    <a:solidFill>
                      <a:srgbClr val="1D1A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9F9F9"/>
                          </a:solidFill>
                          <a:latin typeface="Lato"/>
                        </a:rPr>
                        <a:t>Usuarios</a:t>
                      </a:r>
                    </a:p>
                  </a:txBody>
                  <a:tcPr marL="54864" marR="54864" marT="18288" marB="18288">
                    <a:solidFill>
                      <a:srgbClr val="1D1A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9F9F9"/>
                          </a:solidFill>
                          <a:latin typeface="Lato"/>
                        </a:rPr>
                        <a:t>Sesiones</a:t>
                      </a:r>
                    </a:p>
                  </a:txBody>
                  <a:tcPr marL="54864" marR="54864" marT="18288" marB="18288">
                    <a:solidFill>
                      <a:srgbClr val="1D1A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9F9F9"/>
                          </a:solidFill>
                          <a:latin typeface="Lato"/>
                        </a:rPr>
                        <a:t>% Engagement</a:t>
                      </a:r>
                    </a:p>
                  </a:txBody>
                  <a:tcPr marL="54864" marR="54864" marT="18288" marB="18288">
                    <a:solidFill>
                      <a:srgbClr val="1D1A1F"/>
                    </a:solidFill>
                  </a:tcPr>
                </a:tc>
              </a:tr>
              <a:tr h="26996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{{fm_1_source}}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{{fm_1_users}}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{{fm_1_sessions}}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{{fm_1_engagement}}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6996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{{fm_2_source}}</a:t>
                      </a:r>
                    </a:p>
                  </a:txBody>
                  <a:tcPr marL="54864" marR="54864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{{fm_2_users}}</a:t>
                      </a:r>
                    </a:p>
                  </a:txBody>
                  <a:tcPr marL="54864" marR="54864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{{fm_2_sessions}}</a:t>
                      </a:r>
                    </a:p>
                  </a:txBody>
                  <a:tcPr marL="54864" marR="54864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{{fm_2_engagement}}</a:t>
                      </a:r>
                    </a:p>
                  </a:txBody>
                  <a:tcPr marL="54864" marR="54864" marT="18288" marB="18288">
                    <a:solidFill>
                      <a:srgbClr val="F5F5F5"/>
                    </a:solidFill>
                  </a:tcPr>
                </a:tc>
              </a:tr>
              <a:tr h="26996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{{fm_3_source}}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{{fm_3_users}}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{{fm_3_sessions}}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{{fm_3_engagement}}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6996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{{fm_4_source}}</a:t>
                      </a:r>
                    </a:p>
                  </a:txBody>
                  <a:tcPr marL="54864" marR="54864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{{fm_4_users}}</a:t>
                      </a:r>
                    </a:p>
                  </a:txBody>
                  <a:tcPr marL="54864" marR="54864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{{fm_4_sessions}}</a:t>
                      </a:r>
                    </a:p>
                  </a:txBody>
                  <a:tcPr marL="54864" marR="54864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{{fm_4_engagement}}</a:t>
                      </a:r>
                    </a:p>
                  </a:txBody>
                  <a:tcPr marL="54864" marR="54864" marT="18288" marB="18288">
                    <a:solidFill>
                      <a:srgbClr val="F5F5F5"/>
                    </a:solidFill>
                  </a:tcPr>
                </a:tc>
              </a:tr>
              <a:tr h="26996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{{fm_5_source}}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{{fm_5_users}}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{{fm_5_sessions}}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{{fm_5_engagement}}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6996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{{fm_6_source}}</a:t>
                      </a:r>
                    </a:p>
                  </a:txBody>
                  <a:tcPr marL="54864" marR="54864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{{fm_6_users}}</a:t>
                      </a:r>
                    </a:p>
                  </a:txBody>
                  <a:tcPr marL="54864" marR="54864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{{fm_6_sessions}}</a:t>
                      </a:r>
                    </a:p>
                  </a:txBody>
                  <a:tcPr marL="54864" marR="54864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{{fm_6_engagement}}</a:t>
                      </a:r>
                    </a:p>
                  </a:txBody>
                  <a:tcPr marL="54864" marR="54864" marT="18288" marB="18288">
                    <a:solidFill>
                      <a:srgbClr val="F5F5F5"/>
                    </a:solidFill>
                  </a:tcPr>
                </a:tc>
              </a:tr>
              <a:tr h="26996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{{fm_7_source}}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{{fm_7_users}}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{{fm_7_sessions}}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{{fm_7_engagement}}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6996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{{fm_8_source}}</a:t>
                      </a:r>
                    </a:p>
                  </a:txBody>
                  <a:tcPr marL="54864" marR="54864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{{fm_8_users}}</a:t>
                      </a:r>
                    </a:p>
                  </a:txBody>
                  <a:tcPr marL="54864" marR="54864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{{fm_8_sessions}}</a:t>
                      </a:r>
                    </a:p>
                  </a:txBody>
                  <a:tcPr marL="54864" marR="54864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{{fm_8_engagement}}</a:t>
                      </a:r>
                    </a:p>
                  </a:txBody>
                  <a:tcPr marL="54864" marR="54864" marT="18288" marB="18288">
                    <a:solidFill>
                      <a:srgbClr val="F5F5F5"/>
                    </a:solidFill>
                  </a:tcPr>
                </a:tc>
              </a:tr>
              <a:tr h="26996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{{fm_9_source}}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{{fm_9_users}}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{{fm_9_sessions}}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{{fm_9_engagement}}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6996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{{fm_10_source}}</a:t>
                      </a:r>
                    </a:p>
                  </a:txBody>
                  <a:tcPr marL="54864" marR="54864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{{fm_10_users}}</a:t>
                      </a:r>
                    </a:p>
                  </a:txBody>
                  <a:tcPr marL="54864" marR="54864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{{fm_10_sessions}}</a:t>
                      </a:r>
                    </a:p>
                  </a:txBody>
                  <a:tcPr marL="54864" marR="54864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{{fm_10_engagement}}</a:t>
                      </a:r>
                    </a:p>
                  </a:txBody>
                  <a:tcPr marL="54864" marR="54864" marT="18288" marB="18288">
                    <a:solidFill>
                      <a:srgbClr val="F5F5F5"/>
                    </a:solidFill>
                  </a:tcPr>
                </a:tc>
              </a:tr>
              <a:tr h="26996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{{fm_11_source}}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{{fm_11_users}}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{{fm_11_sessions}}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{{fm_11_engagement}}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6996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{{fm_12_source}}</a:t>
                      </a:r>
                    </a:p>
                  </a:txBody>
                  <a:tcPr marL="54864" marR="54864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{{fm_12_users}}</a:t>
                      </a:r>
                    </a:p>
                  </a:txBody>
                  <a:tcPr marL="54864" marR="54864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{{fm_12_sessions}}</a:t>
                      </a:r>
                    </a:p>
                  </a:txBody>
                  <a:tcPr marL="54864" marR="54864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{{fm_12_engagement}}</a:t>
                      </a:r>
                    </a:p>
                  </a:txBody>
                  <a:tcPr marL="54864" marR="54864" marT="18288" marB="18288">
                    <a:solidFill>
                      <a:srgbClr val="F5F5F5"/>
                    </a:solidFill>
                  </a:tcPr>
                </a:tc>
              </a:tr>
              <a:tr h="26996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{{fm_13_source}}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{{fm_13_users}}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{{fm_13_sessions}}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{{fm_13_engagement}}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6996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{{fm_14_source}}</a:t>
                      </a:r>
                    </a:p>
                  </a:txBody>
                  <a:tcPr marL="54864" marR="54864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{{fm_14_users}}</a:t>
                      </a:r>
                    </a:p>
                  </a:txBody>
                  <a:tcPr marL="54864" marR="54864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{{fm_14_sessions}}</a:t>
                      </a:r>
                    </a:p>
                  </a:txBody>
                  <a:tcPr marL="54864" marR="54864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{{fm_14_engagement}}</a:t>
                      </a:r>
                    </a:p>
                  </a:txBody>
                  <a:tcPr marL="54864" marR="54864" marT="18288" marB="18288">
                    <a:solidFill>
                      <a:srgbClr val="F5F5F5"/>
                    </a:solidFill>
                  </a:tcPr>
                </a:tc>
              </a:tr>
              <a:tr h="26996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{{fm_15_source}}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{{fm_15_users}}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{{fm_15_sessions}}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{{fm_15_engagement}}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6996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{{fm_16_source}}</a:t>
                      </a:r>
                    </a:p>
                  </a:txBody>
                  <a:tcPr marL="54864" marR="54864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{{fm_16_users}}</a:t>
                      </a:r>
                    </a:p>
                  </a:txBody>
                  <a:tcPr marL="54864" marR="54864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{{fm_16_sessions}}</a:t>
                      </a:r>
                    </a:p>
                  </a:txBody>
                  <a:tcPr marL="54864" marR="54864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{{fm_16_engagement}}</a:t>
                      </a:r>
                    </a:p>
                  </a:txBody>
                  <a:tcPr marL="54864" marR="54864" marT="18288" marB="18288">
                    <a:solidFill>
                      <a:srgbClr val="F5F5F5"/>
                    </a:solidFill>
                  </a:tcPr>
                </a:tc>
              </a:tr>
              <a:tr h="26996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{{fm_17_source}}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{{fm_17_users}}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{{fm_17_sessions}}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{{fm_17_engagement}}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6996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{{fm_18_source}}</a:t>
                      </a:r>
                    </a:p>
                  </a:txBody>
                  <a:tcPr marL="54864" marR="54864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{{fm_18_users}}</a:t>
                      </a:r>
                    </a:p>
                  </a:txBody>
                  <a:tcPr marL="54864" marR="54864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{{fm_18_sessions}}</a:t>
                      </a:r>
                    </a:p>
                  </a:txBody>
                  <a:tcPr marL="54864" marR="54864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{{fm_18_engagement}}</a:t>
                      </a:r>
                    </a:p>
                  </a:txBody>
                  <a:tcPr marL="54864" marR="54864" marT="18288" marB="18288">
                    <a:solidFill>
                      <a:srgbClr val="F5F5F5"/>
                    </a:solidFill>
                  </a:tcPr>
                </a:tc>
              </a:tr>
              <a:tr h="26996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{{fm_19_source}}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{{fm_19_users}}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{{fm_19_sessions}}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{{fm_19_engagement}}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69965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{{fm_20_source}}</a:t>
                      </a:r>
                    </a:p>
                  </a:txBody>
                  <a:tcPr marL="54864" marR="54864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{{fm_20_users}}</a:t>
                      </a:r>
                    </a:p>
                  </a:txBody>
                  <a:tcPr marL="54864" marR="54864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{{fm_20_sessions}}</a:t>
                      </a:r>
                    </a:p>
                  </a:txBody>
                  <a:tcPr marL="54864" marR="54864" marT="18288" marB="18288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D1A1F"/>
                          </a:solidFill>
                          <a:latin typeface="Lato"/>
                        </a:rPr>
                        <a:t>{{fm_20_engagement}}</a:t>
                      </a:r>
                    </a:p>
                  </a:txBody>
                  <a:tcPr marL="54864" marR="54864" marT="18288" marB="18288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1910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>
          <a:extLst>
            <a:ext uri="{FF2B5EF4-FFF2-40B4-BE49-F238E27FC236}">
              <a16:creationId xmlns:a16="http://schemas.microsoft.com/office/drawing/2014/main" id="{0E1CF236-5207-2BEE-8171-F14D849FF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2">
            <a:extLst>
              <a:ext uri="{FF2B5EF4-FFF2-40B4-BE49-F238E27FC236}">
                <a16:creationId xmlns:a16="http://schemas.microsoft.com/office/drawing/2014/main" id="{9CBFAC54-1133-ADF3-A406-9AF6E44A7BD6}"/>
              </a:ext>
            </a:extLst>
          </p:cNvPr>
          <p:cNvGrpSpPr/>
          <p:nvPr/>
        </p:nvGrpSpPr>
        <p:grpSpPr>
          <a:xfrm>
            <a:off x="10176789" y="6227017"/>
            <a:ext cx="1800914" cy="450674"/>
            <a:chOff x="8892074" y="5887233"/>
            <a:chExt cx="1800914" cy="450674"/>
          </a:xfrm>
        </p:grpSpPr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1C287B61-21B0-1532-D602-08B439EC5A3D}"/>
                </a:ext>
              </a:extLst>
            </p:cNvPr>
            <p:cNvCxnSpPr/>
            <p:nvPr/>
          </p:nvCxnSpPr>
          <p:spPr>
            <a:xfrm>
              <a:off x="10080275" y="6027474"/>
              <a:ext cx="0" cy="3104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Imagen 13" descr="Imagen que contiene Logotipo  Descripción generada automáticamente">
              <a:extLst>
                <a:ext uri="{FF2B5EF4-FFF2-40B4-BE49-F238E27FC236}">
                  <a16:creationId xmlns:a16="http://schemas.microsoft.com/office/drawing/2014/main" id="{925D7A21-3D76-C197-82C3-C7429D1ACE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92074" y="5994799"/>
              <a:ext cx="1005009" cy="314228"/>
            </a:xfrm>
            <a:prstGeom prst="rect">
              <a:avLst/>
            </a:prstGeom>
          </p:spPr>
        </p:pic>
        <p:pic>
          <p:nvPicPr>
            <p:cNvPr id="15" name="Picture 1">
              <a:extLst>
                <a:ext uri="{FF2B5EF4-FFF2-40B4-BE49-F238E27FC236}">
                  <a16:creationId xmlns:a16="http://schemas.microsoft.com/office/drawing/2014/main" id="{86995D97-2339-16A5-934E-A4ACC76A40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88109" y="5887233"/>
              <a:ext cx="404879" cy="448850"/>
            </a:xfrm>
            <a:prstGeom prst="rect">
              <a:avLst/>
            </a:prstGeom>
          </p:spPr>
        </p:pic>
      </p:grpSp>
      <p:pic>
        <p:nvPicPr>
          <p:cNvPr id="16" name="Picture 4" descr="Logotipo, nombre de la empresa  Descripción generada automáticamente">
            <a:extLst>
              <a:ext uri="{FF2B5EF4-FFF2-40B4-BE49-F238E27FC236}">
                <a16:creationId xmlns:a16="http://schemas.microsoft.com/office/drawing/2014/main" id="{EE7C6DD6-6FCB-FB07-CAFA-1857F48B0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6763" y="263348"/>
            <a:ext cx="571189" cy="627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Marcador de texto 1">
            <a:extLst>
              <a:ext uri="{FF2B5EF4-FFF2-40B4-BE49-F238E27FC236}">
                <a16:creationId xmlns:a16="http://schemas.microsoft.com/office/drawing/2014/main" id="{4C1EDFB4-5020-46E5-3A05-72895D7F45A8}"/>
              </a:ext>
            </a:extLst>
          </p:cNvPr>
          <p:cNvSpPr>
            <a:spLocks noGrp="1"/>
          </p:cNvSpPr>
          <p:nvPr/>
        </p:nvSpPr>
        <p:spPr>
          <a:xfrm>
            <a:off x="540000" y="360000"/>
            <a:ext cx="10966841" cy="481153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3500" i="1">
                <a:latin typeface="Bodoni Moda 18pt Medium"/>
                <a:cs typeface="+mn-cs"/>
              </a:rPr>
              <a:t>Tráfico y usuarios web, seo y social</a:t>
            </a:r>
          </a:p>
          <a:p>
            <a:endParaRPr lang="es-ES" sz="3500" i="1">
              <a:latin typeface="Bodoni Moda 18pt Medium" pitchFamily="2" charset="0"/>
              <a:cs typeface="+mn-cs"/>
            </a:endParaRPr>
          </a:p>
        </p:txBody>
      </p:sp>
      <p:sp>
        <p:nvSpPr>
          <p:cNvPr id="6" name="Google Shape;2138;p28">
            <a:extLst>
              <a:ext uri="{FF2B5EF4-FFF2-40B4-BE49-F238E27FC236}">
                <a16:creationId xmlns:a16="http://schemas.microsoft.com/office/drawing/2014/main" id="{3A8B5B44-7B87-35BB-A1A6-89FC2F1CA944}"/>
              </a:ext>
            </a:extLst>
          </p:cNvPr>
          <p:cNvSpPr txBox="1"/>
          <p:nvPr/>
        </p:nvSpPr>
        <p:spPr>
          <a:xfrm>
            <a:off x="683723" y="4417336"/>
            <a:ext cx="10966841" cy="169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s-ES" sz="1400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43E320E1-4AE5-760A-B37F-17628076E8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457374"/>
              </p:ext>
            </p:extLst>
          </p:nvPr>
        </p:nvGraphicFramePr>
        <p:xfrm>
          <a:off x="654403" y="1436629"/>
          <a:ext cx="5238746" cy="272415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25499">
                  <a:extLst>
                    <a:ext uri="{9D8B030D-6E8A-4147-A177-3AD203B41FA5}">
                      <a16:colId xmlns:a16="http://schemas.microsoft.com/office/drawing/2014/main" val="3881292049"/>
                    </a:ext>
                  </a:extLst>
                </a:gridCol>
                <a:gridCol w="982498">
                  <a:extLst>
                    <a:ext uri="{9D8B030D-6E8A-4147-A177-3AD203B41FA5}">
                      <a16:colId xmlns:a16="http://schemas.microsoft.com/office/drawing/2014/main" val="1393922885"/>
                    </a:ext>
                  </a:extLst>
                </a:gridCol>
                <a:gridCol w="1104063">
                  <a:extLst>
                    <a:ext uri="{9D8B030D-6E8A-4147-A177-3AD203B41FA5}">
                      <a16:colId xmlns:a16="http://schemas.microsoft.com/office/drawing/2014/main" val="3988825597"/>
                    </a:ext>
                  </a:extLst>
                </a:gridCol>
                <a:gridCol w="1163343">
                  <a:extLst>
                    <a:ext uri="{9D8B030D-6E8A-4147-A177-3AD203B41FA5}">
                      <a16:colId xmlns:a16="http://schemas.microsoft.com/office/drawing/2014/main" val="3052376110"/>
                    </a:ext>
                  </a:extLst>
                </a:gridCol>
                <a:gridCol w="1163343">
                  <a:extLst>
                    <a:ext uri="{9D8B030D-6E8A-4147-A177-3AD203B41FA5}">
                      <a16:colId xmlns:a16="http://schemas.microsoft.com/office/drawing/2014/main" val="3209022271"/>
                    </a:ext>
                  </a:extLst>
                </a:gridCol>
              </a:tblGrid>
              <a:tr h="9334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100" b="1" i="0">
                          <a:solidFill>
                            <a:srgbClr val="000000"/>
                          </a:solidFill>
                          <a:effectLst/>
                          <a:latin typeface="Poppins"/>
                        </a:rPr>
                        <a:t>TRAFICO</a:t>
                      </a:r>
                      <a:endParaRPr lang="es-ES" b="0" i="0">
                        <a:solidFill>
                          <a:srgbClr val="000000"/>
                        </a:solidFill>
                        <a:effectLst/>
                        <a:latin typeface="Poppins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650"/>
                        </a:lnSpc>
                        <a:buNone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taatliches"/>
                        </a:rPr>
                        <a:t>{{mes_anterior_nombre_cap}}</a:t>
                      </a:r>
                      <a:endParaRPr lang="es-ES" dirty="0"/>
                    </a:p>
                  </a:txBody>
                  <a:tcPr marL="80562" marR="80562" marT="80562" marB="8056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956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650"/>
                        </a:lnSpc>
                        <a:buNone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taatliches"/>
                        </a:rPr>
                        <a:t>{{mes_actual_nombre_cap}}</a:t>
                      </a:r>
                      <a:endParaRPr lang="es-ES" dirty="0"/>
                    </a:p>
                  </a:txBody>
                  <a:tcPr marL="80562" marR="80562" marT="80562" marB="8056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956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l-GR" sz="1400" b="1" i="0" u="none" strike="noStrike">
                          <a:solidFill>
                            <a:srgbClr val="000000"/>
                          </a:solidFill>
                          <a:effectLst/>
                          <a:latin typeface="Staatliches"/>
                        </a:rPr>
                        <a:t>% Δ</a:t>
                      </a:r>
                      <a:endParaRPr lang="el-GR" b="0" i="0">
                        <a:solidFill>
                          <a:srgbClr val="000000"/>
                        </a:solidFill>
                        <a:effectLst/>
                        <a:latin typeface="Staatliches"/>
                      </a:endParaRPr>
                    </a:p>
                  </a:txBody>
                  <a:tcPr marL="80562" marR="80562" marT="80562" marB="8056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956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650"/>
                        </a:lnSpc>
                        <a:buNone/>
                      </a:pPr>
                      <a:r>
                        <a:rPr lang="el-GR" sz="1400" b="1" i="0" u="none" strike="noStrike">
                          <a:solidFill>
                            <a:srgbClr val="000000"/>
                          </a:solidFill>
                          <a:effectLst/>
                          <a:latin typeface="Staatliches"/>
                        </a:rPr>
                        <a:t>total</a:t>
                      </a:r>
                    </a:p>
                  </a:txBody>
                  <a:tcPr marL="80562" marR="80562" marT="80562" marB="8056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rgbClr val="B595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7387109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/>
                        </a:rPr>
                        <a:t>Web</a:t>
                      </a:r>
                      <a:endParaRPr lang="es-ES" b="0" i="0">
                        <a:solidFill>
                          <a:srgbClr val="000000"/>
                        </a:solidFill>
                        <a:effectLst/>
                        <a:latin typeface="Poppins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/>
                        </a:rPr>
                        <a:t>{{tra_web_prev}}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/>
                        </a:rPr>
                        <a:t>{{tra_web_curr}}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100" b="1" i="0" u="none" strike="noStrike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Poppins"/>
                        </a:rPr>
                        <a:t>{{tra_web_delta}}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s-E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Poppins"/>
                        </a:rPr>
                        <a:t>{{tra_web_total}}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118164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/>
                        </a:rPr>
                        <a:t>SEO</a:t>
                      </a:r>
                      <a:endParaRPr lang="es-ES" b="0" i="0">
                        <a:solidFill>
                          <a:srgbClr val="000000"/>
                        </a:solidFill>
                        <a:effectLst/>
                        <a:latin typeface="Poppins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/>
                        </a:rPr>
                        <a:t>{{tra_seo_prev}}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/>
                        </a:rPr>
                        <a:t>{{tra_seo_curr}}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100" b="1" i="0" u="none" strike="noStrike">
                          <a:solidFill>
                            <a:srgbClr val="FF0000"/>
                          </a:solidFill>
                          <a:effectLst/>
                          <a:latin typeface="Poppins"/>
                        </a:rPr>
                        <a:t>{{tra_seo_delta}}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s-E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Poppins"/>
                        </a:rPr>
                        <a:t>{{tra_seo_total}}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64765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/>
                        </a:rPr>
                        <a:t>SOCIAL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/>
                        </a:rPr>
                        <a:t>{{tra_soc_prev}}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/>
                        </a:rPr>
                        <a:t>{{tra_soc_curr}}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s-ES" sz="1200" b="1" noProof="0">
                          <a:solidFill>
                            <a:srgbClr val="FF0000"/>
                          </a:solidFill>
                        </a:rPr>
                        <a:t>{{tra_soc_delta}}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s-E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Poppins"/>
                        </a:rPr>
                        <a:t>{{tra_soc_total}}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691001"/>
                  </a:ext>
                </a:extLst>
              </a:tr>
            </a:tbl>
          </a:graphicData>
        </a:graphic>
      </p:graphicFrame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4709F54A-5D93-1657-4D46-CA6FB299E5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6103160"/>
              </p:ext>
            </p:extLst>
          </p:nvPr>
        </p:nvGraphicFramePr>
        <p:xfrm>
          <a:off x="6167144" y="1436629"/>
          <a:ext cx="5238744" cy="272415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76299">
                  <a:extLst>
                    <a:ext uri="{9D8B030D-6E8A-4147-A177-3AD203B41FA5}">
                      <a16:colId xmlns:a16="http://schemas.microsoft.com/office/drawing/2014/main" val="3881292049"/>
                    </a:ext>
                  </a:extLst>
                </a:gridCol>
                <a:gridCol w="931697">
                  <a:extLst>
                    <a:ext uri="{9D8B030D-6E8A-4147-A177-3AD203B41FA5}">
                      <a16:colId xmlns:a16="http://schemas.microsoft.com/office/drawing/2014/main" val="1393922885"/>
                    </a:ext>
                  </a:extLst>
                </a:gridCol>
                <a:gridCol w="1104062">
                  <a:extLst>
                    <a:ext uri="{9D8B030D-6E8A-4147-A177-3AD203B41FA5}">
                      <a16:colId xmlns:a16="http://schemas.microsoft.com/office/drawing/2014/main" val="3988825597"/>
                    </a:ext>
                  </a:extLst>
                </a:gridCol>
                <a:gridCol w="1163343">
                  <a:extLst>
                    <a:ext uri="{9D8B030D-6E8A-4147-A177-3AD203B41FA5}">
                      <a16:colId xmlns:a16="http://schemas.microsoft.com/office/drawing/2014/main" val="3052376110"/>
                    </a:ext>
                  </a:extLst>
                </a:gridCol>
                <a:gridCol w="1163343">
                  <a:extLst>
                    <a:ext uri="{9D8B030D-6E8A-4147-A177-3AD203B41FA5}">
                      <a16:colId xmlns:a16="http://schemas.microsoft.com/office/drawing/2014/main" val="1774341989"/>
                    </a:ext>
                  </a:extLst>
                </a:gridCol>
              </a:tblGrid>
              <a:tr h="9334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100" b="1" i="0">
                          <a:solidFill>
                            <a:srgbClr val="000000"/>
                          </a:solidFill>
                          <a:effectLst/>
                          <a:latin typeface="Poppins"/>
                        </a:rPr>
                        <a:t>USUARIOS</a:t>
                      </a:r>
                      <a:endParaRPr lang="es-ES" b="0" i="0">
                        <a:solidFill>
                          <a:srgbClr val="000000"/>
                        </a:solidFill>
                        <a:effectLst/>
                        <a:latin typeface="Poppins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650"/>
                        </a:lnSpc>
                        <a:buNone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taatliches"/>
                        </a:rPr>
                        <a:t>{{mes_anterior_nombre_cap}}</a:t>
                      </a:r>
                    </a:p>
                  </a:txBody>
                  <a:tcPr marL="80562" marR="80562" marT="80562" marB="8056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956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650"/>
                        </a:lnSpc>
                        <a:buNone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taatliches"/>
                        </a:rPr>
                        <a:t>{{mes_actual_nombre_cap}}</a:t>
                      </a:r>
                    </a:p>
                  </a:txBody>
                  <a:tcPr marL="80562" marR="80562" marT="80562" marB="8056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956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l-G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Staatliches"/>
                        </a:rPr>
                        <a:t>% Δ</a:t>
                      </a:r>
                      <a:endParaRPr lang="el-GR" b="0" i="0" dirty="0">
                        <a:solidFill>
                          <a:srgbClr val="000000"/>
                        </a:solidFill>
                        <a:effectLst/>
                        <a:latin typeface="Staatliches"/>
                      </a:endParaRPr>
                    </a:p>
                  </a:txBody>
                  <a:tcPr marL="80562" marR="80562" marT="80562" marB="8056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956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650"/>
                        </a:lnSpc>
                        <a:buNone/>
                      </a:pPr>
                      <a:r>
                        <a:rPr lang="el-GR" sz="1400" b="1" i="0" u="none" strike="noStrike">
                          <a:solidFill>
                            <a:srgbClr val="000000"/>
                          </a:solidFill>
                          <a:effectLst/>
                          <a:latin typeface="Staatliches"/>
                        </a:rPr>
                        <a:t>TOTAL</a:t>
                      </a:r>
                    </a:p>
                  </a:txBody>
                  <a:tcPr marL="80562" marR="80562" marT="80562" marB="8056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rgbClr val="B595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7387109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/>
                        </a:rPr>
                        <a:t>Web</a:t>
                      </a:r>
                      <a:endParaRPr lang="es-ES" b="0" i="0">
                        <a:solidFill>
                          <a:srgbClr val="000000"/>
                        </a:solidFill>
                        <a:effectLst/>
                        <a:latin typeface="Poppins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/>
                        </a:rPr>
                        <a:t>{{usu_web_prev}}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/>
                        </a:rPr>
                        <a:t>{{usu_web_curr}}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100" b="1" i="0" u="none" strike="noStrike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Poppins"/>
                        </a:rPr>
                        <a:t>{{usu_web_delta}}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s-E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Poppins"/>
                        </a:rPr>
                        <a:t>{{usu_web_total}}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118164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/>
                        </a:rPr>
                        <a:t>SEO</a:t>
                      </a:r>
                      <a:endParaRPr lang="es-ES" b="0" i="0">
                        <a:solidFill>
                          <a:srgbClr val="000000"/>
                        </a:solidFill>
                        <a:effectLst/>
                        <a:latin typeface="Poppins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s-ES" sz="11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{{usu_seo_prev}}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s-ES" sz="11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{{usu_seo_curr}}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Poppins"/>
                        </a:rPr>
                        <a:t>{{usu_seo_delta}}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s-E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Poppins"/>
                        </a:rPr>
                        <a:t>{{usu_seo_total}}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64765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/>
                        </a:rPr>
                        <a:t>SOCIAL</a:t>
                      </a:r>
                      <a:endParaRPr lang="es-ES" b="0" i="0">
                        <a:solidFill>
                          <a:srgbClr val="000000"/>
                        </a:solidFill>
                        <a:effectLst/>
                        <a:latin typeface="Poppins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/>
                        </a:rPr>
                        <a:t>{{usu_soc_prev}}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/>
                        </a:rPr>
                        <a:t>{{usu_soc_curr}}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100" b="1" i="0" u="none" strike="noStrike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Poppins"/>
                        </a:rPr>
                        <a:t>{{usu_soc_delta}}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s-E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Poppins"/>
                        </a:rPr>
                        <a:t>{{usu_soc_total}}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691001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2DCF61EC-2F7E-DFA2-B188-786FB26DB87F}"/>
              </a:ext>
            </a:extLst>
          </p:cNvPr>
          <p:cNvSpPr txBox="1"/>
          <p:nvPr/>
        </p:nvSpPr>
        <p:spPr>
          <a:xfrm>
            <a:off x="1776603" y="4513430"/>
            <a:ext cx="863879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600" dirty="0"/>
              <a:t>{{comentario_tabla_trafico}}</a:t>
            </a:r>
            <a:r>
              <a:rPr lang="es-ES" sz="1600" dirty="0" err="1"/>
              <a:t/>
            </a:r>
            <a:r>
              <a:rPr lang="es-ES" sz="1600" dirty="0"/>
              <a:t/>
            </a:r>
            <a:r>
              <a:rPr lang="es-ES" sz="1600" dirty="0">
                <a:solidFill>
                  <a:srgbClr val="FF0000"/>
                </a:solidFill>
              </a:rPr>
              <a:t/>
            </a:r>
          </a:p>
          <a:p>
            <a:pPr algn="just"/>
            <a:endParaRPr lang="es-ES" sz="1600" dirty="0"/>
          </a:p>
          <a:p>
            <a:pPr algn="just"/>
            <a:r>
              <a:rPr lang="es-ES" sz="1600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88439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>
          <a:extLst>
            <a:ext uri="{FF2B5EF4-FFF2-40B4-BE49-F238E27FC236}">
              <a16:creationId xmlns:a16="http://schemas.microsoft.com/office/drawing/2014/main" id="{C915C5BB-DB72-88BE-16A7-FAA781653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2">
            <a:extLst>
              <a:ext uri="{FF2B5EF4-FFF2-40B4-BE49-F238E27FC236}">
                <a16:creationId xmlns:a16="http://schemas.microsoft.com/office/drawing/2014/main" id="{B01C56FE-17D7-CA81-F48D-851A18CB84A3}"/>
              </a:ext>
            </a:extLst>
          </p:cNvPr>
          <p:cNvGrpSpPr/>
          <p:nvPr/>
        </p:nvGrpSpPr>
        <p:grpSpPr>
          <a:xfrm>
            <a:off x="10176789" y="6227017"/>
            <a:ext cx="1800914" cy="450674"/>
            <a:chOff x="8892074" y="5887233"/>
            <a:chExt cx="1800914" cy="450674"/>
          </a:xfrm>
        </p:grpSpPr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863034A1-8CE7-1CD4-B3CE-12EC3B70FD19}"/>
                </a:ext>
              </a:extLst>
            </p:cNvPr>
            <p:cNvCxnSpPr/>
            <p:nvPr/>
          </p:nvCxnSpPr>
          <p:spPr>
            <a:xfrm>
              <a:off x="10080275" y="6027474"/>
              <a:ext cx="0" cy="3104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Imagen 13" descr="Imagen que contiene Logotipo  Descripción generada automáticamente">
              <a:extLst>
                <a:ext uri="{FF2B5EF4-FFF2-40B4-BE49-F238E27FC236}">
                  <a16:creationId xmlns:a16="http://schemas.microsoft.com/office/drawing/2014/main" id="{A35E674F-B903-4CF0-5F53-0589998AF7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92074" y="5994799"/>
              <a:ext cx="1005009" cy="314228"/>
            </a:xfrm>
            <a:prstGeom prst="rect">
              <a:avLst/>
            </a:prstGeom>
          </p:spPr>
        </p:pic>
        <p:pic>
          <p:nvPicPr>
            <p:cNvPr id="15" name="Picture 1">
              <a:extLst>
                <a:ext uri="{FF2B5EF4-FFF2-40B4-BE49-F238E27FC236}">
                  <a16:creationId xmlns:a16="http://schemas.microsoft.com/office/drawing/2014/main" id="{0BF55803-164F-F3A7-2C03-153C8760CB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88109" y="5887233"/>
              <a:ext cx="404879" cy="448850"/>
            </a:xfrm>
            <a:prstGeom prst="rect">
              <a:avLst/>
            </a:prstGeom>
          </p:spPr>
        </p:pic>
      </p:grpSp>
      <p:pic>
        <p:nvPicPr>
          <p:cNvPr id="16" name="Picture 4" descr="Logotipo, nombre de la empresa  Descripción generada automáticamente">
            <a:extLst>
              <a:ext uri="{FF2B5EF4-FFF2-40B4-BE49-F238E27FC236}">
                <a16:creationId xmlns:a16="http://schemas.microsoft.com/office/drawing/2014/main" id="{6147E974-C145-7A5F-72CD-93596D9CEF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6763" y="263348"/>
            <a:ext cx="571189" cy="627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Marcador de texto 1">
            <a:extLst>
              <a:ext uri="{FF2B5EF4-FFF2-40B4-BE49-F238E27FC236}">
                <a16:creationId xmlns:a16="http://schemas.microsoft.com/office/drawing/2014/main" id="{07F8F118-28CC-E29E-E893-D1E0A8EE99B2}"/>
              </a:ext>
            </a:extLst>
          </p:cNvPr>
          <p:cNvSpPr>
            <a:spLocks noGrp="1"/>
          </p:cNvSpPr>
          <p:nvPr/>
        </p:nvSpPr>
        <p:spPr>
          <a:xfrm>
            <a:off x="422769" y="262308"/>
            <a:ext cx="6078615" cy="481153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3500" i="1" dirty="0">
                <a:latin typeface="Bodoni Moda 18pt Medium"/>
                <a:cs typeface="+mn-cs"/>
              </a:rPr>
              <a:t>Clics e impresiones web - {{mes_actual_nombre_cap}}</a:t>
            </a:r>
            <a:endParaRPr lang="es-ES" dirty="0">
              <a:cs typeface="Poppins"/>
            </a:endParaRPr>
          </a:p>
          <a:p>
            <a:endParaRPr lang="es-ES" sz="3500" i="1" dirty="0">
              <a:latin typeface="Bodoni Moda 18pt Medium" pitchFamily="2" charset="0"/>
              <a:cs typeface="+mn-cs"/>
            </a:endParaRPr>
          </a:p>
        </p:txBody>
      </p:sp>
      <p:sp>
        <p:nvSpPr>
          <p:cNvPr id="6" name="Google Shape;2138;p28">
            <a:extLst>
              <a:ext uri="{FF2B5EF4-FFF2-40B4-BE49-F238E27FC236}">
                <a16:creationId xmlns:a16="http://schemas.microsoft.com/office/drawing/2014/main" id="{705AF648-0271-473F-3812-998C34E2DCEE}"/>
              </a:ext>
            </a:extLst>
          </p:cNvPr>
          <p:cNvSpPr txBox="1"/>
          <p:nvPr/>
        </p:nvSpPr>
        <p:spPr>
          <a:xfrm>
            <a:off x="9291485" y="1095012"/>
            <a:ext cx="2686218" cy="5091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200" dirty="0"/>
              <a:t>{{comentario_gsc}}</a:t>
            </a:r>
          </a:p>
          <a:p>
            <a:endParaRPr lang="es-ES" sz="1200" dirty="0"/>
          </a:p>
          <a:p>
            <a:r>
              <a:rPr lang="es-ES" sz="1200" dirty="0"/>
              <a:t/>
            </a:r>
            <a:r>
              <a:rPr lang="es-ES" sz="1200" b="1" dirty="0"/>
              <a:t/>
            </a:r>
            <a:r>
              <a:rPr lang="es-ES" sz="1200" dirty="0"/>
              <a:t/>
            </a:r>
            <a:r>
              <a:rPr lang="es-ES" sz="1200" b="1" dirty="0"/>
              <a:t/>
            </a:r>
            <a:r>
              <a:rPr lang="es-ES" sz="1200" dirty="0"/>
              <a:t/>
            </a:r>
            <a:r>
              <a:rPr lang="es-ES" sz="1200" b="1" dirty="0"/>
              <a:t/>
            </a:r>
            <a:r>
              <a:rPr lang="es-ES" sz="1200" dirty="0"/>
              <a:t/>
            </a:r>
            <a:r>
              <a:rPr lang="es-ES" sz="1200" b="1" dirty="0"/>
              <a:t/>
            </a:r>
            <a:r>
              <a:rPr lang="es-ES" sz="1200" dirty="0"/>
              <a:t/>
            </a:r>
          </a:p>
          <a:p>
            <a:endParaRPr lang="es-ES" sz="1200" dirty="0"/>
          </a:p>
          <a:p>
            <a:r>
              <a:rPr lang="es-ES" sz="1200" dirty="0"/>
              <a:t/>
            </a:r>
            <a:r>
              <a:rPr lang="es-ES" sz="1200" b="1" dirty="0"/>
              <a:t/>
            </a:r>
            <a:r>
              <a:rPr lang="es-ES" sz="1200" dirty="0"/>
              <a:t/>
            </a:r>
          </a:p>
          <a:p>
            <a:endParaRPr lang="es-ES" sz="1200" dirty="0"/>
          </a:p>
          <a:p>
            <a:r>
              <a:rPr lang="es-ES" sz="1200" dirty="0"/>
              <a:t/>
            </a:r>
            <a:r>
              <a:rPr lang="es-ES" sz="1200" b="1" dirty="0"/>
              <a:t/>
            </a:r>
            <a:r>
              <a:rPr lang="es-ES" sz="1200" dirty="0"/>
              <a:t/>
            </a:r>
            <a:r>
              <a:rPr lang="es-ES" sz="1200" b="1" dirty="0"/>
              <a:t/>
            </a:r>
            <a:r>
              <a:rPr lang="es-ES" sz="1200" dirty="0"/>
              <a:t/>
            </a:r>
          </a:p>
          <a:p>
            <a:pPr algn="just"/>
            <a:endParaRPr lang="es-ES" sz="12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0278CF8-16C5-A823-F937-36CC92DD591E}"/>
              </a:ext>
            </a:extLst>
          </p:cNvPr>
          <p:cNvSpPr txBox="1"/>
          <p:nvPr/>
        </p:nvSpPr>
        <p:spPr>
          <a:xfrm>
            <a:off x="418066" y="5036613"/>
            <a:ext cx="627299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200" b="1" dirty="0">
                <a:solidFill>
                  <a:srgbClr val="000000"/>
                </a:solidFill>
                <a:ea typeface="+mn-lt"/>
                <a:cs typeface="+mn-lt"/>
              </a:rPr>
              <a:t>Páginas con más clics de la web:</a:t>
            </a:r>
          </a:p>
          <a:p>
            <a:pPr marL="285750" indent="-285750">
              <a:buFont typeface="Arial"/>
              <a:buChar char="•"/>
            </a:pPr>
            <a:r>
              <a:rPr lang="es-ES" sz="1200" dirty="0">
                <a:solidFill>
                  <a:srgbClr val="000000"/>
                </a:solidFill>
                <a:ea typeface="+mn-lt"/>
                <a:cs typeface="+mn-lt"/>
                <a:hlinkClick r:id="rId6"/>
              </a:rPr>
              <a:t>{{top_page_1}}</a:t>
            </a:r>
            <a:r>
              <a:rPr lang="es-ES" sz="12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</a:p>
          <a:p>
            <a:pPr marL="285750" indent="-285750">
              <a:buFont typeface="Arial"/>
              <a:buChar char="•"/>
            </a:pPr>
            <a:r>
              <a:rPr lang="es-ES" sz="1200" dirty="0">
                <a:solidFill>
                  <a:srgbClr val="000000"/>
                </a:solidFill>
                <a:ea typeface="+mn-lt"/>
                <a:cs typeface="+mn-lt"/>
                <a:hlinkClick r:id="rId7"/>
              </a:rPr>
              <a:t>{{top_page_2}}</a:t>
            </a:r>
            <a:r>
              <a:rPr lang="es-ES" sz="12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</a:p>
          <a:p>
            <a:pPr marL="285750" indent="-285750">
              <a:buFont typeface="Arial"/>
              <a:buChar char="•"/>
            </a:pPr>
            <a:r>
              <a:rPr lang="es-ES" sz="1200" dirty="0">
                <a:solidFill>
                  <a:srgbClr val="000000"/>
                </a:solidFill>
                <a:ea typeface="+mn-lt"/>
                <a:cs typeface="+mn-lt"/>
                <a:hlinkClick r:id="rId8"/>
              </a:rPr>
              <a:t>{{top_page_3}}</a:t>
            </a:r>
            <a:endParaRPr lang="es-ES" sz="12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s-ES" sz="1200" dirty="0">
                <a:solidFill>
                  <a:srgbClr val="000000"/>
                </a:solidFill>
                <a:ea typeface="+mn-lt"/>
                <a:cs typeface="+mn-lt"/>
                <a:hlinkClick r:id="rId9"/>
              </a:rPr>
              <a:t>{{top_page_4}}</a:t>
            </a:r>
            <a:r>
              <a:rPr lang="es-ES" sz="12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</a:p>
          <a:p>
            <a:pPr marL="285750" indent="-285750">
              <a:buFont typeface="Arial"/>
              <a:buChar char="•"/>
            </a:pPr>
            <a:r>
              <a:rPr lang="es-ES" sz="1200" b="0" i="0" dirty="0">
                <a:effectLst/>
                <a:latin typeface="Roboto" panose="02000000000000000000" pitchFamily="2" charset="0"/>
                <a:hlinkClick r:id="rId10"/>
              </a:rPr>
              <a:t>{{top_page_5}}</a:t>
            </a:r>
            <a:r>
              <a:rPr lang="es-ES" sz="1200" dirty="0">
                <a:latin typeface="Roboto" panose="02000000000000000000" pitchFamily="2" charset="0"/>
                <a:hlinkClick r:id="rId10"/>
              </a:rPr>
              <a:t/>
            </a:r>
            <a:r>
              <a:rPr lang="es-ES" sz="1200" dirty="0">
                <a:latin typeface="Roboto" panose="02000000000000000000" pitchFamily="2" charset="0"/>
              </a:rPr>
              <a:t> </a:t>
            </a:r>
            <a:endParaRPr lang="es-ES" sz="1200" dirty="0">
              <a:solidFill>
                <a:srgbClr val="000000"/>
              </a:solidFill>
              <a:ea typeface="+mn-lt"/>
              <a:cs typeface="+mn-l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9C3721C-863A-47F6-750C-605AF9FCF7A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0261" y="1359922"/>
            <a:ext cx="8982456" cy="3060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824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>
          <a:extLst>
            <a:ext uri="{FF2B5EF4-FFF2-40B4-BE49-F238E27FC236}">
              <a16:creationId xmlns:a16="http://schemas.microsoft.com/office/drawing/2014/main" id="{4BB955A1-EC6D-05CB-0E71-D76DDA9A3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2">
            <a:extLst>
              <a:ext uri="{FF2B5EF4-FFF2-40B4-BE49-F238E27FC236}">
                <a16:creationId xmlns:a16="http://schemas.microsoft.com/office/drawing/2014/main" id="{151444C1-8EED-29E6-6917-80CE9BC344E4}"/>
              </a:ext>
            </a:extLst>
          </p:cNvPr>
          <p:cNvGrpSpPr/>
          <p:nvPr/>
        </p:nvGrpSpPr>
        <p:grpSpPr>
          <a:xfrm>
            <a:off x="10176789" y="6227017"/>
            <a:ext cx="1800914" cy="450674"/>
            <a:chOff x="8892074" y="5887233"/>
            <a:chExt cx="1800914" cy="450674"/>
          </a:xfrm>
        </p:grpSpPr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B64ECE43-E422-5DAD-B38D-5747CABC70F8}"/>
                </a:ext>
              </a:extLst>
            </p:cNvPr>
            <p:cNvCxnSpPr/>
            <p:nvPr/>
          </p:nvCxnSpPr>
          <p:spPr>
            <a:xfrm>
              <a:off x="10080275" y="6027474"/>
              <a:ext cx="0" cy="3104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Imagen 13" descr="Imagen que contiene Logotipo  Descripción generada automáticamente">
              <a:extLst>
                <a:ext uri="{FF2B5EF4-FFF2-40B4-BE49-F238E27FC236}">
                  <a16:creationId xmlns:a16="http://schemas.microsoft.com/office/drawing/2014/main" id="{FC522583-E57E-1CD0-3C21-44D901DC25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92074" y="5994799"/>
              <a:ext cx="1005009" cy="314228"/>
            </a:xfrm>
            <a:prstGeom prst="rect">
              <a:avLst/>
            </a:prstGeom>
          </p:spPr>
        </p:pic>
        <p:pic>
          <p:nvPicPr>
            <p:cNvPr id="15" name="Picture 1">
              <a:extLst>
                <a:ext uri="{FF2B5EF4-FFF2-40B4-BE49-F238E27FC236}">
                  <a16:creationId xmlns:a16="http://schemas.microsoft.com/office/drawing/2014/main" id="{552C19FE-AC77-22EC-89CA-811FD509BC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88109" y="5887233"/>
              <a:ext cx="404879" cy="448850"/>
            </a:xfrm>
            <a:prstGeom prst="rect">
              <a:avLst/>
            </a:prstGeom>
          </p:spPr>
        </p:pic>
      </p:grpSp>
      <p:pic>
        <p:nvPicPr>
          <p:cNvPr id="16" name="Picture 4" descr="Logotipo, nombre de la empresa  Descripción generada automáticamente">
            <a:extLst>
              <a:ext uri="{FF2B5EF4-FFF2-40B4-BE49-F238E27FC236}">
                <a16:creationId xmlns:a16="http://schemas.microsoft.com/office/drawing/2014/main" id="{9D18CCB2-EC0E-6666-9838-681A6A9E19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7455" y="185194"/>
            <a:ext cx="571189" cy="627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Marcador de texto 1">
            <a:extLst>
              <a:ext uri="{FF2B5EF4-FFF2-40B4-BE49-F238E27FC236}">
                <a16:creationId xmlns:a16="http://schemas.microsoft.com/office/drawing/2014/main" id="{6AD403B7-F1AC-45F0-0732-1CA085C727A2}"/>
              </a:ext>
            </a:extLst>
          </p:cNvPr>
          <p:cNvSpPr>
            <a:spLocks noGrp="1"/>
          </p:cNvSpPr>
          <p:nvPr/>
        </p:nvSpPr>
        <p:spPr>
          <a:xfrm>
            <a:off x="422769" y="184154"/>
            <a:ext cx="10966841" cy="481153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3500" i="1" dirty="0">
                <a:latin typeface="Bodoni Moda 18pt Medium"/>
                <a:cs typeface="+mn-cs"/>
              </a:rPr>
              <a:t>Eventos principales y eventos personalizados</a:t>
            </a:r>
            <a:endParaRPr lang="es-ES" dirty="0">
              <a:cs typeface="Poppins"/>
            </a:endParaRPr>
          </a:p>
          <a:p>
            <a:endParaRPr lang="es-ES" sz="3500" i="1" dirty="0">
              <a:latin typeface="Bodoni Moda 18pt Medium" pitchFamily="2" charset="0"/>
              <a:cs typeface="+mn-cs"/>
            </a:endParaRPr>
          </a:p>
        </p:txBody>
      </p:sp>
      <p:sp>
        <p:nvSpPr>
          <p:cNvPr id="6" name="Google Shape;2138;p28">
            <a:extLst>
              <a:ext uri="{FF2B5EF4-FFF2-40B4-BE49-F238E27FC236}">
                <a16:creationId xmlns:a16="http://schemas.microsoft.com/office/drawing/2014/main" id="{A23D7863-3468-56A6-DCC3-250E3DEA106D}"/>
              </a:ext>
            </a:extLst>
          </p:cNvPr>
          <p:cNvSpPr txBox="1"/>
          <p:nvPr/>
        </p:nvSpPr>
        <p:spPr>
          <a:xfrm>
            <a:off x="7072674" y="1715390"/>
            <a:ext cx="4702589" cy="3569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s-ES" sz="140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92B2C995-B7E8-64A1-D422-85C2220842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1877179"/>
              </p:ext>
            </p:extLst>
          </p:nvPr>
        </p:nvGraphicFramePr>
        <p:xfrm>
          <a:off x="715431" y="1614735"/>
          <a:ext cx="5871748" cy="447878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98232">
                  <a:extLst>
                    <a:ext uri="{9D8B030D-6E8A-4147-A177-3AD203B41FA5}">
                      <a16:colId xmlns:a16="http://schemas.microsoft.com/office/drawing/2014/main" val="3881292049"/>
                    </a:ext>
                  </a:extLst>
                </a:gridCol>
                <a:gridCol w="974678">
                  <a:extLst>
                    <a:ext uri="{9D8B030D-6E8A-4147-A177-3AD203B41FA5}">
                      <a16:colId xmlns:a16="http://schemas.microsoft.com/office/drawing/2014/main" val="1393922885"/>
                    </a:ext>
                  </a:extLst>
                </a:gridCol>
                <a:gridCol w="1160206">
                  <a:extLst>
                    <a:ext uri="{9D8B030D-6E8A-4147-A177-3AD203B41FA5}">
                      <a16:colId xmlns:a16="http://schemas.microsoft.com/office/drawing/2014/main" val="3988825597"/>
                    </a:ext>
                  </a:extLst>
                </a:gridCol>
                <a:gridCol w="1009600">
                  <a:extLst>
                    <a:ext uri="{9D8B030D-6E8A-4147-A177-3AD203B41FA5}">
                      <a16:colId xmlns:a16="http://schemas.microsoft.com/office/drawing/2014/main" val="3052376110"/>
                    </a:ext>
                  </a:extLst>
                </a:gridCol>
                <a:gridCol w="1229032">
                  <a:extLst>
                    <a:ext uri="{9D8B030D-6E8A-4147-A177-3AD203B41FA5}">
                      <a16:colId xmlns:a16="http://schemas.microsoft.com/office/drawing/2014/main" val="3209022271"/>
                    </a:ext>
                  </a:extLst>
                </a:gridCol>
              </a:tblGrid>
              <a:tr h="653584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100" b="1" i="0">
                          <a:solidFill>
                            <a:srgbClr val="000000"/>
                          </a:solidFill>
                          <a:effectLst/>
                          <a:latin typeface="Poppins"/>
                        </a:rPr>
                        <a:t>Eventos</a:t>
                      </a:r>
                    </a:p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s-ES" sz="1100" b="1" i="0">
                          <a:solidFill>
                            <a:srgbClr val="000000"/>
                          </a:solidFill>
                          <a:effectLst/>
                          <a:latin typeface="Poppins"/>
                        </a:rPr>
                        <a:t>principales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650"/>
                        </a:lnSpc>
                        <a:buNone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taatliches"/>
                        </a:rPr>
                        <a:t>{{mes_anterior_nombre_cap}}</a:t>
                      </a:r>
                      <a:endParaRPr lang="es-ES" dirty="0"/>
                    </a:p>
                  </a:txBody>
                  <a:tcPr marL="80562" marR="80562" marT="80562" marB="8056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956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650"/>
                        </a:lnSpc>
                        <a:buNone/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taatliches"/>
                        </a:rPr>
                        <a:t>{{mes_actual_nombre_cap}}</a:t>
                      </a:r>
                      <a:endParaRPr lang="es-ES" dirty="0"/>
                    </a:p>
                  </a:txBody>
                  <a:tcPr marL="80562" marR="80562" marT="80562" marB="8056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956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l-GR" sz="1400" b="1" i="0" u="none" strike="noStrike">
                          <a:solidFill>
                            <a:srgbClr val="000000"/>
                          </a:solidFill>
                          <a:effectLst/>
                          <a:latin typeface="Staatliches"/>
                        </a:rPr>
                        <a:t>% Δ</a:t>
                      </a:r>
                      <a:endParaRPr lang="el-GR" b="0" i="0">
                        <a:solidFill>
                          <a:srgbClr val="000000"/>
                        </a:solidFill>
                        <a:effectLst/>
                        <a:latin typeface="Staatliches"/>
                      </a:endParaRPr>
                    </a:p>
                  </a:txBody>
                  <a:tcPr marL="80562" marR="80562" marT="80562" marB="8056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956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650"/>
                        </a:lnSpc>
                        <a:buNone/>
                      </a:pPr>
                      <a:r>
                        <a:rPr lang="el-GR" sz="1400" b="1" i="0" u="none" strike="noStrike">
                          <a:solidFill>
                            <a:srgbClr val="000000"/>
                          </a:solidFill>
                          <a:effectLst/>
                          <a:latin typeface="Staatliches"/>
                        </a:rPr>
                        <a:t>total</a:t>
                      </a:r>
                    </a:p>
                  </a:txBody>
                  <a:tcPr marL="80562" marR="80562" marT="80562" marB="8056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rgbClr val="B595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7387109"/>
                  </a:ext>
                </a:extLst>
              </a:tr>
              <a:tr h="493522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/>
                        </a:rPr>
                        <a:t>Page </a:t>
                      </a:r>
                      <a:r>
                        <a:rPr lang="es-E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Poppins"/>
                        </a:rPr>
                        <a:t>view</a:t>
                      </a:r>
                      <a:endParaRPr lang="es-ES" b="0" i="0" err="1">
                        <a:solidFill>
                          <a:srgbClr val="000000"/>
                        </a:solidFill>
                        <a:effectLst/>
                        <a:latin typeface="Poppins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{{ev_pageview_prev}}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{{ev_pageview_curr}}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{{ev_pageview_delta}}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s-E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{{ev_pageview_total}}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118164"/>
                  </a:ext>
                </a:extLst>
              </a:tr>
              <a:tr h="506860">
                <a:tc>
                  <a:txBody>
                    <a:bodyPr/>
                    <a:lstStyle/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s-E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Poppins"/>
                        </a:rPr>
                        <a:t>User</a:t>
                      </a:r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/>
                        </a:rPr>
                        <a:t> </a:t>
                      </a:r>
                      <a:endParaRPr lang="es-ES"/>
                    </a:p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s-E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Poppins"/>
                        </a:rPr>
                        <a:t>engagement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Poppins"/>
                      </a:endParaRPr>
                    </a:p>
                  </a:txBody>
                  <a:tcPr marL="76200" marR="76200" marT="76200" marB="76200" anchor="ctr">
                    <a:lnL w="9524">
                      <a:solidFill>
                        <a:srgbClr val="FFFFFF"/>
                      </a:solidFill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{{ev_engagement_prev}}</a:t>
                      </a:r>
                    </a:p>
                  </a:txBody>
                  <a:tcPr marL="76200" marR="76200" marT="76200" marB="76200"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{{ev_engagement_curr}}</a:t>
                      </a:r>
                    </a:p>
                  </a:txBody>
                  <a:tcPr marL="76200" marR="76200" marT="76200" marB="76200"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{{ev_engagement_delta}}</a:t>
                      </a:r>
                    </a:p>
                  </a:txBody>
                  <a:tcPr marL="76200" marR="76200" marT="76200" marB="76200"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s-E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{{ev_engagement_total}}</a:t>
                      </a:r>
                    </a:p>
                  </a:txBody>
                  <a:tcPr marL="76200" marR="76200" marT="76200" marB="76200" anchor="ctr">
                    <a:lnL w="9524">
                      <a:solidFill>
                        <a:srgbClr val="FFFFFF"/>
                      </a:solidFill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0545558"/>
                  </a:ext>
                </a:extLst>
              </a:tr>
              <a:tr h="411207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350"/>
                        </a:lnSpc>
                        <a:buNone/>
                      </a:pPr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/>
                        </a:rPr>
                        <a:t>Session</a:t>
                      </a:r>
                      <a:endParaRPr lang="es-ES" b="0" i="0">
                        <a:solidFill>
                          <a:srgbClr val="000000"/>
                        </a:solidFill>
                        <a:effectLst/>
                        <a:latin typeface="Poppins"/>
                      </a:endParaRPr>
                    </a:p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s-E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Poppins"/>
                        </a:rPr>
                        <a:t>start</a:t>
                      </a:r>
                      <a:endParaRPr lang="es-ES" b="0" i="0" err="1">
                        <a:solidFill>
                          <a:srgbClr val="000000"/>
                        </a:solidFill>
                        <a:effectLst/>
                        <a:latin typeface="Poppins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{{ev_sessionstart_prev}}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{{ev_sessionstart_curr}}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{{ev_sessionstart_delta}}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s-E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{{ev_sessionstart_total}}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647653"/>
                  </a:ext>
                </a:extLst>
              </a:tr>
              <a:tr h="380146">
                <a:tc>
                  <a:txBody>
                    <a:bodyPr/>
                    <a:lstStyle/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/>
                        </a:rPr>
                        <a:t>First </a:t>
                      </a:r>
                      <a:r>
                        <a:rPr lang="es-E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Poppins"/>
                        </a:rPr>
                        <a:t>visit</a:t>
                      </a:r>
                    </a:p>
                  </a:txBody>
                  <a:tcPr marL="76200" marR="76200" marT="76200" marB="76200" anchor="ctr">
                    <a:lnL w="9524">
                      <a:solidFill>
                        <a:srgbClr val="FFFFFF"/>
                      </a:solidFill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{{ev_firstvisit_prev}}</a:t>
                      </a:r>
                    </a:p>
                  </a:txBody>
                  <a:tcPr marL="76200" marR="76200" marT="76200" marB="76200"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{{ev_firstvisit_curr}}</a:t>
                      </a:r>
                    </a:p>
                  </a:txBody>
                  <a:tcPr marL="76200" marR="76200" marT="76200" marB="76200"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{{ev_firstvisit_delta}}</a:t>
                      </a:r>
                    </a:p>
                  </a:txBody>
                  <a:tcPr marL="76200" marR="76200" marT="76200" marB="76200"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s-E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{{ev_firstvisit_total}}</a:t>
                      </a:r>
                    </a:p>
                  </a:txBody>
                  <a:tcPr marL="76200" marR="76200" marT="76200" marB="76200" anchor="ctr">
                    <a:lnL w="9524">
                      <a:solidFill>
                        <a:srgbClr val="FFFFFF"/>
                      </a:solidFill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433146"/>
                  </a:ext>
                </a:extLst>
              </a:tr>
              <a:tr h="380146">
                <a:tc>
                  <a:txBody>
                    <a:bodyPr/>
                    <a:lstStyle/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s-E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Poppins"/>
                        </a:rPr>
                        <a:t>Scroll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{{ev_scroll_prev}}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{{ev_scroll_curr}}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{{ev_scroll_delta}}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s-E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{{ev_scroll_total}}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691001"/>
                  </a:ext>
                </a:extLst>
              </a:tr>
              <a:tr h="411103">
                <a:tc>
                  <a:txBody>
                    <a:bodyPr/>
                    <a:lstStyle/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/>
                        </a:rPr>
                        <a:t>Shop </a:t>
                      </a:r>
                      <a:r>
                        <a:rPr lang="es-ES" sz="1100" b="0" i="0" u="none" strike="noStrike" err="1">
                          <a:solidFill>
                            <a:srgbClr val="000000"/>
                          </a:solidFill>
                          <a:effectLst/>
                          <a:latin typeface="Poppins"/>
                        </a:rPr>
                        <a:t>Malne</a:t>
                      </a:r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/>
                        </a:rPr>
                        <a:t> colección</a:t>
                      </a:r>
                      <a:endParaRPr lang="es-ES"/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s-ES" sz="11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{{ev_shopmalne_prev}}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s-ES" sz="11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{{ev_shopmalne_curr}}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{{ev_shopmalne_delta}}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s-E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{{ev_shopmalne_total}}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5309329"/>
                  </a:ext>
                </a:extLst>
              </a:tr>
              <a:tr h="556657">
                <a:tc>
                  <a:txBody>
                    <a:bodyPr/>
                    <a:lstStyle/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/>
                        </a:rPr>
                        <a:t>Shop Mar Flores colección</a:t>
                      </a:r>
                    </a:p>
                  </a:txBody>
                  <a:tcPr marL="76200" marR="76200" marT="76200" marB="76200" anchor="ctr">
                    <a:lnL w="9524">
                      <a:solidFill>
                        <a:srgbClr val="FFFFFF"/>
                      </a:solidFill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>
                      <a:solidFill>
                        <a:srgbClr val="FFFFFF"/>
                      </a:solidFill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s-ES" sz="11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{{ev_shopmarflores_prev}}</a:t>
                      </a:r>
                    </a:p>
                  </a:txBody>
                  <a:tcPr marL="76200" marR="76200" marT="76200" marB="76200"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s-ES" sz="11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{{ev_shopmarflores_curr}}</a:t>
                      </a:r>
                    </a:p>
                  </a:txBody>
                  <a:tcPr marL="76200" marR="76200" marT="76200" marB="76200"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{{ev_shopmarflores_delta}}</a:t>
                      </a:r>
                    </a:p>
                  </a:txBody>
                  <a:tcPr marL="76200" marR="76200" marT="76200" marB="76200"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s-E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{{ev_shopmarflores_total}}</a:t>
                      </a:r>
                    </a:p>
                  </a:txBody>
                  <a:tcPr marL="76200" marR="76200" marT="76200" marB="76200" anchor="ctr">
                    <a:lnL w="9524">
                      <a:solidFill>
                        <a:srgbClr val="FFFFFF"/>
                      </a:solidFill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098078"/>
                  </a:ext>
                </a:extLst>
              </a:tr>
              <a:tr h="380146">
                <a:tc>
                  <a:txBody>
                    <a:bodyPr/>
                    <a:lstStyle/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Poppins"/>
                        </a:rPr>
                        <a:t>Click home – vestidos novias</a:t>
                      </a:r>
                    </a:p>
                  </a:txBody>
                  <a:tcPr marL="76200" marR="76200" marT="76200" marB="76200" anchor="ctr">
                    <a:lnL w="9524">
                      <a:solidFill>
                        <a:srgbClr val="FFFFFF"/>
                      </a:solidFill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s-ES" sz="11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{{ev_clickhomenovias_prev}}</a:t>
                      </a:r>
                    </a:p>
                  </a:txBody>
                  <a:tcPr marL="76200" marR="76200" marT="76200" marB="76200"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s-ES" sz="11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{{ev_clickhomenovias_curr}}</a:t>
                      </a:r>
                    </a:p>
                  </a:txBody>
                  <a:tcPr marL="76200" marR="76200" marT="76200" marB="76200"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{{ev_clickhomenovias_delta}}</a:t>
                      </a:r>
                    </a:p>
                  </a:txBody>
                  <a:tcPr marL="76200" marR="76200" marT="76200" marB="76200"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1350"/>
                        </a:lnSpc>
                        <a:buNone/>
                      </a:pPr>
                      <a:r>
                        <a:rPr lang="es-E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Poppins"/>
                        </a:rPr>
                        <a:t>{{ev_clickhomenovias_total}}</a:t>
                      </a:r>
                    </a:p>
                  </a:txBody>
                  <a:tcPr marL="76200" marR="76200" marT="76200" marB="76200" anchor="ctr">
                    <a:lnL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FFFFFF"/>
                      </a:solidFill>
                    </a:lnR>
                    <a:lnT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081595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065C96A7-C02A-A9D4-1D28-47DAD141572B}"/>
              </a:ext>
            </a:extLst>
          </p:cNvPr>
          <p:cNvSpPr txBox="1"/>
          <p:nvPr/>
        </p:nvSpPr>
        <p:spPr>
          <a:xfrm>
            <a:off x="7142115" y="1195659"/>
            <a:ext cx="4563705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400" dirty="0"/>
              <a:t>{{comentario_eventos}}</a:t>
            </a:r>
          </a:p>
          <a:p>
            <a:pPr algn="just"/>
            <a:endParaRPr lang="es-ES" sz="1400" dirty="0"/>
          </a:p>
          <a:p>
            <a:pPr algn="just"/>
            <a:r>
              <a:rPr lang="es-ES" sz="1400" dirty="0"/>
              <a:t/>
            </a:r>
            <a:r>
              <a:rPr lang="es-ES" sz="1400" dirty="0" err="1"/>
              <a:t/>
            </a:r>
            <a:r>
              <a:rPr lang="es-ES" sz="1400" dirty="0"/>
              <a:t/>
            </a:r>
            <a:r>
              <a:rPr lang="es-ES" sz="1400" dirty="0" err="1"/>
              <a:t/>
            </a:r>
            <a:r>
              <a:rPr lang="es-ES" sz="1400" dirty="0"/>
              <a:t/>
            </a:r>
            <a:r>
              <a:rPr lang="es-ES" sz="1400" dirty="0" err="1"/>
              <a:t/>
            </a:r>
            <a:r>
              <a:rPr lang="es-ES" sz="1400" dirty="0"/>
              <a:t/>
            </a:r>
            <a:r>
              <a:rPr lang="es-ES" sz="1400" dirty="0" err="1"/>
              <a:t/>
            </a:r>
            <a:r>
              <a:rPr lang="es-ES" sz="1400" dirty="0"/>
              <a:t/>
            </a:r>
            <a:r>
              <a:rPr lang="es-ES" sz="1400" dirty="0" err="1"/>
              <a:t/>
            </a:r>
            <a:r>
              <a:rPr lang="es-ES" sz="1400" dirty="0"/>
              <a:t/>
            </a:r>
            <a:r>
              <a:rPr lang="es-ES" sz="1400" dirty="0" err="1"/>
              <a:t/>
            </a:r>
            <a:r>
              <a:rPr lang="es-ES" sz="1400" dirty="0"/>
              <a:t/>
            </a:r>
          </a:p>
          <a:p>
            <a:pPr algn="just"/>
            <a:endParaRPr lang="es-ES" sz="1400" dirty="0"/>
          </a:p>
          <a:p>
            <a:pPr algn="just"/>
            <a:r>
              <a:rPr lang="es-ES" sz="1400" dirty="0"/>
              <a:t/>
            </a:r>
            <a:r>
              <a:rPr lang="es-ES" sz="1400" dirty="0" err="1"/>
              <a:t/>
            </a:r>
            <a:r>
              <a:rPr lang="es-ES" sz="1400" dirty="0"/>
              <a:t/>
            </a:r>
            <a:r>
              <a:rPr lang="es-ES" sz="1400" dirty="0" err="1"/>
              <a:t/>
            </a:r>
            <a:r>
              <a:rPr lang="es-ES" sz="1400" dirty="0"/>
              <a:t/>
            </a:r>
          </a:p>
          <a:p>
            <a:pPr algn="just"/>
            <a:endParaRPr lang="es-ES" sz="1400" dirty="0"/>
          </a:p>
          <a:p>
            <a:pPr algn="just"/>
            <a:r>
              <a:rPr lang="es-ES" sz="1400" dirty="0"/>
              <a:t/>
            </a:r>
            <a:r>
              <a:rPr lang="es-ES" sz="1400" dirty="0" err="1"/>
              <a:t/>
            </a:r>
            <a:r>
              <a:rPr lang="es-ES" sz="1400" dirty="0"/>
              <a:t/>
            </a:r>
            <a:r>
              <a:rPr lang="es-ES" sz="1400" dirty="0" err="1"/>
              <a:t/>
            </a:r>
            <a:r>
              <a:rPr lang="es-ES" sz="1400" dirty="0"/>
              <a:t/>
            </a:r>
            <a:r>
              <a:rPr lang="es-ES" sz="1400" dirty="0" err="1"/>
              <a:t/>
            </a:r>
            <a:r>
              <a:rPr lang="es-ES" sz="1400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590929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>
          <a:extLst>
            <a:ext uri="{FF2B5EF4-FFF2-40B4-BE49-F238E27FC236}">
              <a16:creationId xmlns:a16="http://schemas.microsoft.com/office/drawing/2014/main" id="{F26178AE-0F4B-49F2-0D2E-1FF295E20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2">
            <a:extLst>
              <a:ext uri="{FF2B5EF4-FFF2-40B4-BE49-F238E27FC236}">
                <a16:creationId xmlns:a16="http://schemas.microsoft.com/office/drawing/2014/main" id="{BD921374-CE63-F6BE-5809-28C00D88C5CD}"/>
              </a:ext>
            </a:extLst>
          </p:cNvPr>
          <p:cNvGrpSpPr/>
          <p:nvPr/>
        </p:nvGrpSpPr>
        <p:grpSpPr>
          <a:xfrm>
            <a:off x="10176789" y="6227017"/>
            <a:ext cx="1800914" cy="450674"/>
            <a:chOff x="8892074" y="5887233"/>
            <a:chExt cx="1800914" cy="450674"/>
          </a:xfrm>
        </p:grpSpPr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2599AA44-7721-DAEC-BCCA-6380F93D986C}"/>
                </a:ext>
              </a:extLst>
            </p:cNvPr>
            <p:cNvCxnSpPr/>
            <p:nvPr/>
          </p:nvCxnSpPr>
          <p:spPr>
            <a:xfrm>
              <a:off x="10080275" y="6027474"/>
              <a:ext cx="0" cy="3104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Imagen 13" descr="Imagen que contiene Logotipo  Descripción generada automáticamente">
              <a:extLst>
                <a:ext uri="{FF2B5EF4-FFF2-40B4-BE49-F238E27FC236}">
                  <a16:creationId xmlns:a16="http://schemas.microsoft.com/office/drawing/2014/main" id="{CC79D8A7-0842-0AF8-14FF-06D8ED79EE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92074" y="5994799"/>
              <a:ext cx="1005009" cy="314228"/>
            </a:xfrm>
            <a:prstGeom prst="rect">
              <a:avLst/>
            </a:prstGeom>
          </p:spPr>
        </p:pic>
        <p:pic>
          <p:nvPicPr>
            <p:cNvPr id="15" name="Picture 1">
              <a:extLst>
                <a:ext uri="{FF2B5EF4-FFF2-40B4-BE49-F238E27FC236}">
                  <a16:creationId xmlns:a16="http://schemas.microsoft.com/office/drawing/2014/main" id="{82B38A92-86B6-A45C-14A5-D37AFF58CC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288109" y="5887233"/>
              <a:ext cx="404879" cy="448850"/>
            </a:xfrm>
            <a:prstGeom prst="rect">
              <a:avLst/>
            </a:prstGeom>
          </p:spPr>
        </p:pic>
      </p:grpSp>
      <p:pic>
        <p:nvPicPr>
          <p:cNvPr id="16" name="Picture 4" descr="Logotipo, nombre de la empresa  Descripción generada automáticamente">
            <a:extLst>
              <a:ext uri="{FF2B5EF4-FFF2-40B4-BE49-F238E27FC236}">
                <a16:creationId xmlns:a16="http://schemas.microsoft.com/office/drawing/2014/main" id="{A2D32FB6-88DD-D031-E8CD-A98F32C421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7455" y="185194"/>
            <a:ext cx="571189" cy="627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Marcador de texto 1">
            <a:extLst>
              <a:ext uri="{FF2B5EF4-FFF2-40B4-BE49-F238E27FC236}">
                <a16:creationId xmlns:a16="http://schemas.microsoft.com/office/drawing/2014/main" id="{32C063F7-30E1-812E-CA81-91D9D9FC9422}"/>
              </a:ext>
            </a:extLst>
          </p:cNvPr>
          <p:cNvSpPr>
            <a:spLocks noGrp="1"/>
          </p:cNvSpPr>
          <p:nvPr/>
        </p:nvSpPr>
        <p:spPr>
          <a:xfrm>
            <a:off x="237154" y="262308"/>
            <a:ext cx="10966841" cy="481153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Poppins" panose="00000500000000000000" pitchFamily="50" charset="0"/>
                <a:ea typeface="+mn-ea"/>
                <a:cs typeface="Poppins" panose="00000500000000000000" pitchFamily="50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3500" i="1">
                <a:latin typeface="Bodoni Moda 18pt Medium"/>
                <a:cs typeface="+mn-cs"/>
              </a:rPr>
              <a:t>Eventos principales y eventos personalizados</a:t>
            </a:r>
            <a:endParaRPr lang="es-ES">
              <a:cs typeface="Poppins"/>
            </a:endParaRPr>
          </a:p>
          <a:p>
            <a:endParaRPr lang="es-ES" sz="3500" i="1">
              <a:latin typeface="Bodoni Moda 18pt Medium" pitchFamily="2" charset="0"/>
              <a:cs typeface="+mn-cs"/>
            </a:endParaRPr>
          </a:p>
        </p:txBody>
      </p:sp>
      <p:sp>
        <p:nvSpPr>
          <p:cNvPr id="6" name="Google Shape;2138;p28">
            <a:extLst>
              <a:ext uri="{FF2B5EF4-FFF2-40B4-BE49-F238E27FC236}">
                <a16:creationId xmlns:a16="http://schemas.microsoft.com/office/drawing/2014/main" id="{DDBF2478-CCC6-3857-63BF-B37A0B5E0FF0}"/>
              </a:ext>
            </a:extLst>
          </p:cNvPr>
          <p:cNvSpPr txBox="1"/>
          <p:nvPr/>
        </p:nvSpPr>
        <p:spPr>
          <a:xfrm>
            <a:off x="7519742" y="1717043"/>
            <a:ext cx="3554994" cy="2108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4999"/>
              </a:lnSpc>
              <a:spcAft>
                <a:spcPts val="400"/>
              </a:spcAft>
            </a:pPr>
            <a:r>
              <a:rPr lang="es-ES" sz="1200" dirty="0">
                <a:solidFill>
                  <a:srgbClr val="000000"/>
                </a:solidFill>
                <a:ea typeface="+mn-lt"/>
                <a:cs typeface="+mn-lt"/>
                <a:sym typeface="Arial"/>
              </a:rPr>
              <a:t>Elenco de los</a:t>
            </a:r>
            <a:r>
              <a:rPr lang="es-ES" sz="1200" b="1" dirty="0">
                <a:solidFill>
                  <a:srgbClr val="000000"/>
                </a:solidFill>
                <a:ea typeface="+mn-lt"/>
                <a:cs typeface="+mn-lt"/>
                <a:sym typeface="Arial"/>
              </a:rPr>
              <a:t> {{eventos_total_count}} eventos</a:t>
            </a:r>
            <a:r>
              <a:rPr lang="es-ES" sz="1200" dirty="0">
                <a:solidFill>
                  <a:srgbClr val="000000"/>
                </a:solidFill>
                <a:ea typeface="+mn-lt"/>
                <a:cs typeface="+mn-lt"/>
                <a:sym typeface="Arial"/>
              </a:rPr>
              <a:t> de conversiones, entre los principales y los personalizados.</a:t>
            </a:r>
            <a:endParaRPr lang="es-ES" sz="1200" dirty="0"/>
          </a:p>
          <a:p>
            <a:pPr algn="ctr">
              <a:lnSpc>
                <a:spcPct val="114999"/>
              </a:lnSpc>
              <a:spcAft>
                <a:spcPts val="400"/>
              </a:spcAft>
            </a:pPr>
            <a:r>
              <a:rPr lang="es-ES" sz="1200" dirty="0"/>
              <a:t>La suma de los eventos y usuarios se refiere </a:t>
            </a:r>
            <a:r>
              <a:rPr lang="es-ES" sz="1200" b="1" dirty="0"/>
              <a:t>al mes de {{mes_actual_lower}}</a:t>
            </a:r>
            <a:r>
              <a:rPr lang="es-ES" sz="1200" dirty="0"/>
              <a:t>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48640" y="914400"/>
          <a:ext cx="5330952" cy="56692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2724912"/>
                <a:gridCol w="1143000"/>
                <a:gridCol w="1143000"/>
              </a:tblGrid>
              <a:tr h="166743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9F9F9"/>
                          </a:solidFill>
                          <a:latin typeface="Lato"/>
                        </a:rPr>
                        <a:t>#</a:t>
                      </a:r>
                    </a:p>
                  </a:txBody>
                  <a:tcPr marL="36576" marR="36576" marT="9144" marB="9144">
                    <a:solidFill>
                      <a:srgbClr val="1D1A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9F9F9"/>
                          </a:solidFill>
                          <a:latin typeface="Lato"/>
                        </a:rPr>
                        <a:t>Nombre del evento</a:t>
                      </a:r>
                    </a:p>
                  </a:txBody>
                  <a:tcPr marL="36576" marR="36576" marT="9144" marB="9144">
                    <a:solidFill>
                      <a:srgbClr val="1D1A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9F9F9"/>
                          </a:solidFill>
                          <a:latin typeface="Lato"/>
                        </a:rPr>
                        <a:t>{{mes_actual_nombre_cap}}</a:t>
                      </a:r>
                    </a:p>
                  </a:txBody>
                  <a:tcPr marL="36576" marR="36576" marT="9144" marB="9144">
                    <a:solidFill>
                      <a:srgbClr val="1D1A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9F9F9"/>
                          </a:solidFill>
                          <a:latin typeface="Lato"/>
                        </a:rPr>
                        <a:t>{{mes_anterior_nombre_cap}}</a:t>
                      </a:r>
                    </a:p>
                  </a:txBody>
                  <a:tcPr marL="36576" marR="36576" marT="9144" marB="9144">
                    <a:solidFill>
                      <a:srgbClr val="1D1A1F"/>
                    </a:solidFill>
                  </a:tcPr>
                </a:tc>
              </a:tr>
              <a:tr h="16674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1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{{ev_full_1_name}}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{{ev_full_1_curr}}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{{ev_full_1_prev}}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16674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2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{{ev_full_2_name}}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{{ev_full_2_curr}}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{{ev_full_2_prev}}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</a:tr>
              <a:tr h="16674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3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{{ev_full_3_name}}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{{ev_full_3_curr}}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{{ev_full_3_prev}}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16674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4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{{ev_full_4_name}}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{{ev_full_4_curr}}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{{ev_full_4_prev}}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</a:tr>
              <a:tr h="16674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5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{{ev_full_5_name}}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{{ev_full_5_curr}}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{{ev_full_5_prev}}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16674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6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{{ev_full_6_name}}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{{ev_full_6_curr}}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{{ev_full_6_prev}}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</a:tr>
              <a:tr h="16674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7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{{ev_full_7_name}}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{{ev_full_7_curr}}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{{ev_full_7_prev}}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16674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8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{{ev_full_8_name}}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{{ev_full_8_curr}}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{{ev_full_8_prev}}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</a:tr>
              <a:tr h="16674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9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{{ev_full_9_name}}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{{ev_full_9_curr}}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{{ev_full_9_prev}}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16674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10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{{ev_full_10_name}}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{{ev_full_10_curr}}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{{ev_full_10_prev}}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</a:tr>
              <a:tr h="16674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11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{{ev_full_11_name}}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{{ev_full_11_curr}}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{{ev_full_11_prev}}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16674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12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{{ev_full_12_name}}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{{ev_full_12_curr}}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{{ev_full_12_prev}}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</a:tr>
              <a:tr h="16674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13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{{ev_full_13_name}}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{{ev_full_13_curr}}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{{ev_full_13_prev}}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16674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14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{{ev_full_14_name}}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{{ev_full_14_curr}}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{{ev_full_14_prev}}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</a:tr>
              <a:tr h="16674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15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{{ev_full_15_name}}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{{ev_full_15_curr}}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{{ev_full_15_prev}}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16674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16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{{ev_full_16_name}}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{{ev_full_16_curr}}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{{ev_full_16_prev}}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</a:tr>
              <a:tr h="16674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17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{{ev_full_17_name}}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{{ev_full_17_curr}}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{{ev_full_17_prev}}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16674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18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{{ev_full_18_name}}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{{ev_full_18_curr}}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{{ev_full_18_prev}}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</a:tr>
              <a:tr h="16674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19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{{ev_full_19_name}}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{{ev_full_19_curr}}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{{ev_full_19_prev}}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16674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20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{{ev_full_20_name}}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{{ev_full_20_curr}}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{{ev_full_20_prev}}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</a:tr>
              <a:tr h="16674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21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{{ev_full_21_name}}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{{ev_full_21_curr}}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{{ev_full_21_prev}}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16674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22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{{ev_full_22_name}}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{{ev_full_22_curr}}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{{ev_full_22_prev}}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</a:tr>
              <a:tr h="16674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23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{{ev_full_23_name}}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{{ev_full_23_curr}}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{{ev_full_23_prev}}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16674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24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{{ev_full_24_name}}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{{ev_full_24_curr}}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{{ev_full_24_prev}}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</a:tr>
              <a:tr h="16674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25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{{ev_full_25_name}}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{{ev_full_25_curr}}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{{ev_full_25_prev}}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16674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26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{{ev_full_26_name}}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{{ev_full_26_curr}}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{{ev_full_26_prev}}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</a:tr>
              <a:tr h="16674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27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{{ev_full_27_name}}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{{ev_full_27_curr}}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{{ev_full_27_prev}}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16674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28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{{ev_full_28_name}}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{{ev_full_28_curr}}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{{ev_full_28_prev}}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</a:tr>
              <a:tr h="16674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29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{{ev_full_29_name}}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{{ev_full_29_curr}}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{{ev_full_29_prev}}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16674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30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{{ev_full_30_name}}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{{ev_full_30_curr}}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{{ev_full_30_prev}}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</a:tr>
              <a:tr h="16674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31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{{ev_full_31_name}}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{{ev_full_31_curr}}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{{ev_full_31_prev}}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16674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32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{{ev_full_32_name}}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{{ev_full_32_curr}}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{{ev_full_32_prev}}</a:t>
                      </a:r>
                    </a:p>
                  </a:txBody>
                  <a:tcPr marL="36576" marR="36576" marT="9144" marB="9144">
                    <a:solidFill>
                      <a:srgbClr val="F5F5F5"/>
                    </a:solidFill>
                  </a:tcPr>
                </a:tc>
              </a:tr>
              <a:tr h="166743"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33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{{ev_full_33_name}}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{{ev_full_33_curr}}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solidFill>
                            <a:srgbClr val="1D1A1F"/>
                          </a:solidFill>
                          <a:latin typeface="Lato"/>
                        </a:rPr>
                        <a:t>{{ev_full_33_prev}}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51144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A2553-4736-CA96-782F-8F04157DD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376FDDD5-4A09-D3FE-B39D-2EDAB1320A17}"/>
              </a:ext>
            </a:extLst>
          </p:cNvPr>
          <p:cNvSpPr/>
          <p:nvPr/>
        </p:nvSpPr>
        <p:spPr>
          <a:xfrm>
            <a:off x="409713" y="468099"/>
            <a:ext cx="7719303" cy="59218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just"/>
            <a:r>
              <a:rPr lang="es-ES" sz="1400" b="1" dirty="0">
                <a:solidFill>
                  <a:schemeClr val="tx1"/>
                </a:solidFill>
              </a:rPr>
              <a:t>Conclusiones</a:t>
            </a:r>
          </a:p>
          <a:p>
            <a:pPr algn="just"/>
            <a:r>
              <a:rPr sz="1200">
                <a:solidFill>
                  <a:srgbClr val="1D1A1F"/>
                </a:solidFill>
                <a:latin typeface="Lato"/>
              </a:rPr>
              <a:t>{{comentario_conclusiones}}</a:t>
            </a:r>
            <a:endParaRPr lang="es-ES" sz="1400" b="1" dirty="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" sz="1200" dirty="0">
              <a:solidFill>
                <a:schemeClr val="tx1"/>
              </a:solidFill>
            </a:endParaRPr>
          </a:p>
          <a:p>
            <a:pPr algn="just"/>
            <a:r>
              <a:rPr lang="es-ES" sz="1400" b="1" dirty="0">
                <a:solidFill>
                  <a:schemeClr val="tx1"/>
                </a:solidFill>
              </a:rPr>
              <a:t>Next </a:t>
            </a:r>
            <a:r>
              <a:rPr lang="es-ES" sz="1400" b="1" dirty="0" err="1">
                <a:solidFill>
                  <a:schemeClr val="tx1"/>
                </a:solidFill>
              </a:rPr>
              <a:t>Steps</a:t>
            </a:r>
            <a:endParaRPr lang="es-ES" sz="1400" b="1" dirty="0">
              <a:solidFill>
                <a:schemeClr val="tx1"/>
              </a:solidFill>
            </a:endParaRPr>
          </a:p>
          <a:p>
            <a:pPr algn="just"/>
            <a:r>
              <a:rPr sz="1200">
                <a:solidFill>
                  <a:srgbClr val="1D1A1F"/>
                </a:solidFill>
                <a:latin typeface="Lato"/>
              </a:rPr>
              <a:t>{{comentario_next_steps}}</a:t>
            </a:r>
            <a:endParaRPr lang="es-ES" sz="1200" dirty="0">
              <a:solidFill>
                <a:schemeClr val="tx1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6207CC0-E328-CEA4-20BE-AFA3A2A1649A}"/>
              </a:ext>
            </a:extLst>
          </p:cNvPr>
          <p:cNvSpPr txBox="1"/>
          <p:nvPr/>
        </p:nvSpPr>
        <p:spPr>
          <a:xfrm>
            <a:off x="670548" y="584104"/>
            <a:ext cx="4747710" cy="63094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s-ES" sz="3500" i="1">
                <a:latin typeface="Bodoni Moda 18pt Medium"/>
              </a:rPr>
              <a:t>Conclusiones y </a:t>
            </a:r>
            <a:r>
              <a:rPr lang="es-ES" sz="3500" i="1" err="1">
                <a:latin typeface="Bodoni Moda 18pt Medium"/>
              </a:rPr>
              <a:t>next</a:t>
            </a:r>
            <a:r>
              <a:rPr lang="es-ES" sz="3500" i="1">
                <a:latin typeface="Bodoni Moda 18pt Medium"/>
              </a:rPr>
              <a:t> </a:t>
            </a:r>
            <a:r>
              <a:rPr lang="es-ES" sz="3500" i="1" err="1">
                <a:latin typeface="Bodoni Moda 18pt Medium"/>
              </a:rPr>
              <a:t>steps</a:t>
            </a:r>
            <a:endParaRPr lang="es-E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30804386-8077-F0EE-8E99-12062028FD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40" r="10140"/>
          <a:stretch/>
        </p:blipFill>
        <p:spPr>
          <a:xfrm>
            <a:off x="8546146" y="468099"/>
            <a:ext cx="3151091" cy="5921801"/>
          </a:xfrm>
          <a:prstGeom prst="rect">
            <a:avLst/>
          </a:prstGeom>
        </p:spPr>
      </p:pic>
      <p:pic>
        <p:nvPicPr>
          <p:cNvPr id="33" name="Picture 4" descr="Logotipo, nombre de la empresa  Descripción generada automáticamente">
            <a:extLst>
              <a:ext uri="{FF2B5EF4-FFF2-40B4-BE49-F238E27FC236}">
                <a16:creationId xmlns:a16="http://schemas.microsoft.com/office/drawing/2014/main" id="{5A9EED1F-44C7-2153-5794-751B36026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828" y="5649188"/>
            <a:ext cx="571189" cy="627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2" name="Group 2">
            <a:extLst>
              <a:ext uri="{FF2B5EF4-FFF2-40B4-BE49-F238E27FC236}">
                <a16:creationId xmlns:a16="http://schemas.microsoft.com/office/drawing/2014/main" id="{1AA92329-5DC7-B414-86EA-30823E322A55}"/>
              </a:ext>
            </a:extLst>
          </p:cNvPr>
          <p:cNvGrpSpPr/>
          <p:nvPr/>
        </p:nvGrpSpPr>
        <p:grpSpPr>
          <a:xfrm>
            <a:off x="6096000" y="5737802"/>
            <a:ext cx="1800914" cy="450674"/>
            <a:chOff x="8892074" y="5887233"/>
            <a:chExt cx="1800914" cy="450674"/>
          </a:xfrm>
        </p:grpSpPr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360795CA-B9A6-04AF-978F-D7FBA2685C80}"/>
                </a:ext>
              </a:extLst>
            </p:cNvPr>
            <p:cNvCxnSpPr/>
            <p:nvPr/>
          </p:nvCxnSpPr>
          <p:spPr>
            <a:xfrm>
              <a:off x="10080275" y="6027474"/>
              <a:ext cx="0" cy="3104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Imagen 23" descr="Imagen que contiene Logotipo  Descripción generada automáticamente">
              <a:extLst>
                <a:ext uri="{FF2B5EF4-FFF2-40B4-BE49-F238E27FC236}">
                  <a16:creationId xmlns:a16="http://schemas.microsoft.com/office/drawing/2014/main" id="{E844B5CB-F6E5-7F22-8414-3538D9C7D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92074" y="5994799"/>
              <a:ext cx="1005009" cy="314228"/>
            </a:xfrm>
            <a:prstGeom prst="rect">
              <a:avLst/>
            </a:prstGeom>
          </p:spPr>
        </p:pic>
        <p:pic>
          <p:nvPicPr>
            <p:cNvPr id="25" name="Picture 1">
              <a:extLst>
                <a:ext uri="{FF2B5EF4-FFF2-40B4-BE49-F238E27FC236}">
                  <a16:creationId xmlns:a16="http://schemas.microsoft.com/office/drawing/2014/main" id="{474BC72C-1152-3EC2-7D89-70CCE4252A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288109" y="5887233"/>
              <a:ext cx="404879" cy="448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59031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FCCCD-F28F-B594-BFB9-1250EC5B3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12">
            <a:extLst>
              <a:ext uri="{FF2B5EF4-FFF2-40B4-BE49-F238E27FC236}">
                <a16:creationId xmlns:a16="http://schemas.microsoft.com/office/drawing/2014/main" id="{CE625A1D-F40D-D0E7-BB51-70596E8FEAC8}"/>
              </a:ext>
            </a:extLst>
          </p:cNvPr>
          <p:cNvSpPr/>
          <p:nvPr/>
        </p:nvSpPr>
        <p:spPr>
          <a:xfrm>
            <a:off x="-18106" y="2088991"/>
            <a:ext cx="12228212" cy="47690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604C01-BB45-1871-672F-20E2184B8C96}"/>
              </a:ext>
            </a:extLst>
          </p:cNvPr>
          <p:cNvSpPr/>
          <p:nvPr/>
        </p:nvSpPr>
        <p:spPr>
          <a:xfrm>
            <a:off x="0" y="-104506"/>
            <a:ext cx="12228212" cy="3291843"/>
          </a:xfrm>
          <a:prstGeom prst="rect">
            <a:avLst/>
          </a:prstGeom>
          <a:solidFill>
            <a:srgbClr val="EBEB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Marcador de posición de imagen 9">
            <a:extLst>
              <a:ext uri="{FF2B5EF4-FFF2-40B4-BE49-F238E27FC236}">
                <a16:creationId xmlns:a16="http://schemas.microsoft.com/office/drawing/2014/main" id="{8326B9FF-4B3A-7835-8947-AC28A999DA48}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5" r="42621"/>
          <a:stretch/>
        </p:blipFill>
        <p:spPr>
          <a:xfrm>
            <a:off x="-18106" y="-104504"/>
            <a:ext cx="5987832" cy="6962503"/>
          </a:xfrm>
          <a:custGeom>
            <a:avLst/>
            <a:gdLst>
              <a:gd name="connsiteX0" fmla="*/ 0 w 6579704"/>
              <a:gd name="connsiteY0" fmla="*/ 0 h 4284662"/>
              <a:gd name="connsiteX1" fmla="*/ 6579704 w 6579704"/>
              <a:gd name="connsiteY1" fmla="*/ 0 h 4284662"/>
              <a:gd name="connsiteX2" fmla="*/ 6579704 w 6579704"/>
              <a:gd name="connsiteY2" fmla="*/ 4284662 h 4284662"/>
              <a:gd name="connsiteX3" fmla="*/ 0 w 6579704"/>
              <a:gd name="connsiteY3" fmla="*/ 4284662 h 4284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79704" h="4284662">
                <a:moveTo>
                  <a:pt x="0" y="0"/>
                </a:moveTo>
                <a:lnTo>
                  <a:pt x="6579704" y="0"/>
                </a:lnTo>
                <a:lnTo>
                  <a:pt x="6579704" y="4284662"/>
                </a:lnTo>
                <a:lnTo>
                  <a:pt x="0" y="4284662"/>
                </a:lnTo>
                <a:close/>
              </a:path>
            </a:pathLst>
          </a:custGeom>
          <a:solidFill>
            <a:schemeClr val="bg1">
              <a:lumMod val="75000"/>
              <a:alpha val="70000"/>
            </a:schemeClr>
          </a:solidFill>
        </p:spPr>
      </p:pic>
      <p:pic>
        <p:nvPicPr>
          <p:cNvPr id="8" name="Imagen 7" descr="Imagen que contiene Logotipo  Descripción generada automáticamente">
            <a:extLst>
              <a:ext uri="{FF2B5EF4-FFF2-40B4-BE49-F238E27FC236}">
                <a16:creationId xmlns:a16="http://schemas.microsoft.com/office/drawing/2014/main" id="{A371F092-60B2-85BA-B24E-A6A64073FC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2938" y="1019067"/>
            <a:ext cx="3535849" cy="110552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064AC99-4924-CC74-E2AF-2FA1BF07291D}"/>
              </a:ext>
            </a:extLst>
          </p:cNvPr>
          <p:cNvGrpSpPr/>
          <p:nvPr/>
        </p:nvGrpSpPr>
        <p:grpSpPr>
          <a:xfrm>
            <a:off x="9948330" y="5975847"/>
            <a:ext cx="1800914" cy="450674"/>
            <a:chOff x="8892074" y="5887233"/>
            <a:chExt cx="1800914" cy="450674"/>
          </a:xfrm>
        </p:grpSpPr>
        <p:cxnSp>
          <p:nvCxnSpPr>
            <p:cNvPr id="3" name="Conector recto 24">
              <a:extLst>
                <a:ext uri="{FF2B5EF4-FFF2-40B4-BE49-F238E27FC236}">
                  <a16:creationId xmlns:a16="http://schemas.microsoft.com/office/drawing/2014/main" id="{22092EAD-FD2B-96E7-504C-2EAC3EB61755}"/>
                </a:ext>
              </a:extLst>
            </p:cNvPr>
            <p:cNvCxnSpPr/>
            <p:nvPr/>
          </p:nvCxnSpPr>
          <p:spPr>
            <a:xfrm>
              <a:off x="10080275" y="6027474"/>
              <a:ext cx="0" cy="3104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" name="Imagen 25" descr="Imagen que contiene Logotipo  Descripción generada automáticamente">
              <a:extLst>
                <a:ext uri="{FF2B5EF4-FFF2-40B4-BE49-F238E27FC236}">
                  <a16:creationId xmlns:a16="http://schemas.microsoft.com/office/drawing/2014/main" id="{80C4B7B8-D70B-D82E-3C70-71F0D5D645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92074" y="5994799"/>
              <a:ext cx="1005009" cy="314228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011DF71-F4A6-A8CD-0066-A9C64AA946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288109" y="5887233"/>
              <a:ext cx="404879" cy="448850"/>
            </a:xfrm>
            <a:prstGeom prst="rect">
              <a:avLst/>
            </a:prstGeom>
          </p:spPr>
        </p:pic>
      </p:grpSp>
      <p:pic>
        <p:nvPicPr>
          <p:cNvPr id="11" name="Picture 4" descr="Logotipo, nombre de la empresa  Descripción generada automáticamente">
            <a:extLst>
              <a:ext uri="{FF2B5EF4-FFF2-40B4-BE49-F238E27FC236}">
                <a16:creationId xmlns:a16="http://schemas.microsoft.com/office/drawing/2014/main" id="{002FA230-31EF-2833-9599-647746BAE2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9510" y="5887233"/>
            <a:ext cx="571189" cy="627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1E1AAF0C-CBA1-A080-12DD-2B45FB4DD557}"/>
              </a:ext>
            </a:extLst>
          </p:cNvPr>
          <p:cNvSpPr txBox="1"/>
          <p:nvPr/>
        </p:nvSpPr>
        <p:spPr>
          <a:xfrm>
            <a:off x="7080699" y="4085252"/>
            <a:ext cx="4120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i="1">
                <a:latin typeface="Bodoni Moda 11pt" pitchFamily="2" charset="0"/>
              </a:rPr>
              <a:t>¡Muchas Gracias!</a:t>
            </a:r>
          </a:p>
        </p:txBody>
      </p:sp>
    </p:spTree>
    <p:extLst>
      <p:ext uri="{BB962C8B-B14F-4D97-AF65-F5344CB8AC3E}">
        <p14:creationId xmlns:p14="http://schemas.microsoft.com/office/powerpoint/2010/main" val="26273378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ersonalizado 47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EBEBD9"/>
      </a:accent1>
      <a:accent2>
        <a:srgbClr val="262626"/>
      </a:accent2>
      <a:accent3>
        <a:srgbClr val="B59567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ccc665c-0fd8-42c6-a439-b7be3d5e2aae">
      <Terms xmlns="http://schemas.microsoft.com/office/infopath/2007/PartnerControls"/>
    </lcf76f155ced4ddcb4097134ff3c332f>
    <TaxCatchAll xmlns="21ce0c90-891a-4bd2-a6d9-f6e84e69bce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8C3E3A82C05704087C61379BB61959D" ma:contentTypeVersion="16" ma:contentTypeDescription="Crear nuevo documento." ma:contentTypeScope="" ma:versionID="5e2019539a2d3d8925e9af9cfaf0804e">
  <xsd:schema xmlns:xsd="http://www.w3.org/2001/XMLSchema" xmlns:xs="http://www.w3.org/2001/XMLSchema" xmlns:p="http://schemas.microsoft.com/office/2006/metadata/properties" xmlns:ns2="4ccc665c-0fd8-42c6-a439-b7be3d5e2aae" xmlns:ns3="21ce0c90-891a-4bd2-a6d9-f6e84e69bce2" targetNamespace="http://schemas.microsoft.com/office/2006/metadata/properties" ma:root="true" ma:fieldsID="7641a297471dd78d4e3731aa14c888b8" ns2:_="" ns3:_="">
    <xsd:import namespace="4ccc665c-0fd8-42c6-a439-b7be3d5e2aae"/>
    <xsd:import namespace="21ce0c90-891a-4bd2-a6d9-f6e84e69bc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cc665c-0fd8-42c6-a439-b7be3d5e2a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3aa842c7-84c4-40bd-ae82-75eeaa974d6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ce0c90-891a-4bd2-a6d9-f6e84e69bce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86a87af-3c35-4dc4-b56b-48e66e90d305}" ma:internalName="TaxCatchAll" ma:showField="CatchAllData" ma:web="21ce0c90-891a-4bd2-a6d9-f6e84e69bce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7A08BB0-745A-466F-BD67-17411B18F0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676B82F-2E59-4E29-9A71-1B05F6B7EAC1}">
  <ds:schemaRefs>
    <ds:schemaRef ds:uri="4ccc665c-0fd8-42c6-a439-b7be3d5e2aae"/>
    <ds:schemaRef ds:uri="http://purl.org/dc/terms/"/>
    <ds:schemaRef ds:uri="http://purl.org/dc/dcmitype/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21ce0c90-891a-4bd2-a6d9-f6e84e69bce2"/>
    <ds:schemaRef ds:uri="http://schemas.microsoft.com/office/2006/documentManagement/types"/>
    <ds:schemaRef ds:uri="http://www.w3.org/XML/1998/namespace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2FEB03C-BD17-4E33-A273-055DA68773A6}">
  <ds:schemaRefs>
    <ds:schemaRef ds:uri="21ce0c90-891a-4bd2-a6d9-f6e84e69bce2"/>
    <ds:schemaRef ds:uri="4ccc665c-0fd8-42c6-a439-b7be3d5e2aa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941</Words>
  <Application>Microsoft Office PowerPoint</Application>
  <PresentationFormat>Panorámica</PresentationFormat>
  <Paragraphs>182</Paragraphs>
  <Slides>13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16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30" baseType="lpstr">
      <vt:lpstr>Aptos</vt:lpstr>
      <vt:lpstr>Aptos Display</vt:lpstr>
      <vt:lpstr>Arial</vt:lpstr>
      <vt:lpstr>Bodoni Moda 11pt</vt:lpstr>
      <vt:lpstr>Bodoni Moda 18pt Medium</vt:lpstr>
      <vt:lpstr>Calibri</vt:lpstr>
      <vt:lpstr>Montserrat</vt:lpstr>
      <vt:lpstr>Open Sans</vt:lpstr>
      <vt:lpstr>Poppins</vt:lpstr>
      <vt:lpstr>Poppins Bold</vt:lpstr>
      <vt:lpstr>Poppins ExtraLight</vt:lpstr>
      <vt:lpstr>Roboto</vt:lpstr>
      <vt:lpstr>Staatliches</vt:lpstr>
      <vt:lpstr>Wingdings</vt:lpstr>
      <vt:lpstr>Work Sans</vt:lpstr>
      <vt:lpstr>Work Sans Bold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Alejandro Zamarriego</dc:creator>
  <cp:lastModifiedBy>Eleonora Gabriele</cp:lastModifiedBy>
  <cp:revision>3</cp:revision>
  <dcterms:created xsi:type="dcterms:W3CDTF">2025-01-08T11:27:54Z</dcterms:created>
  <dcterms:modified xsi:type="dcterms:W3CDTF">2026-07-02T06:02:55Z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0x010100E8C3E3A82C05704087C61379BB61959D</vt:lpwstr>
  </property>
  <property fmtid="{D5CDD505-2E9C-101B-9397-08002B2CF9AE}" pid="3" name="MediaServiceImageTags">
    <vt:lpwstr/>
  </property>
</Properties>
</file>